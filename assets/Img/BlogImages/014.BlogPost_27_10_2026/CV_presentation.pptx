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72" r:id="rId5"/>
    <p:sldId id="271" r:id="rId6"/>
    <p:sldId id="273" r:id="rId7"/>
    <p:sldId id="263" r:id="rId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AAE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0C806-6880-4C35-8312-65779FBED44B}" v="43" dt="2023-09-06T15:44:03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e Mazarakis" userId="31d2599e8d0b0534" providerId="LiveId" clId="{39D0C806-6880-4C35-8312-65779FBED44B}"/>
    <pc:docChg chg="undo custSel addSld delSld modSld sldOrd">
      <pc:chgData name="Eugene Mazarakis" userId="31d2599e8d0b0534" providerId="LiveId" clId="{39D0C806-6880-4C35-8312-65779FBED44B}" dt="2023-09-06T15:44:03.812" v="729" actId="164"/>
      <pc:docMkLst>
        <pc:docMk/>
      </pc:docMkLst>
      <pc:sldChg chg="modSp mod">
        <pc:chgData name="Eugene Mazarakis" userId="31d2599e8d0b0534" providerId="LiveId" clId="{39D0C806-6880-4C35-8312-65779FBED44B}" dt="2023-09-06T14:59:31.222" v="2" actId="20577"/>
        <pc:sldMkLst>
          <pc:docMk/>
          <pc:sldMk cId="80522453" sldId="257"/>
        </pc:sldMkLst>
        <pc:spChg chg="mod">
          <ac:chgData name="Eugene Mazarakis" userId="31d2599e8d0b0534" providerId="LiveId" clId="{39D0C806-6880-4C35-8312-65779FBED44B}" dt="2023-09-06T14:59:31.222" v="2" actId="20577"/>
          <ac:spMkLst>
            <pc:docMk/>
            <pc:sldMk cId="80522453" sldId="257"/>
            <ac:spMk id="30" creationId="{64FDF930-10D6-477D-97AD-D3301E12716D}"/>
          </ac:spMkLst>
        </pc:spChg>
      </pc:sldChg>
      <pc:sldChg chg="addSp delSp modSp mod">
        <pc:chgData name="Eugene Mazarakis" userId="31d2599e8d0b0534" providerId="LiveId" clId="{39D0C806-6880-4C35-8312-65779FBED44B}" dt="2023-09-06T15:33:45.714" v="522" actId="164"/>
        <pc:sldMkLst>
          <pc:docMk/>
          <pc:sldMk cId="546423420" sldId="258"/>
        </pc:sldMkLst>
        <pc:spChg chg="add del mod">
          <ac:chgData name="Eugene Mazarakis" userId="31d2599e8d0b0534" providerId="LiveId" clId="{39D0C806-6880-4C35-8312-65779FBED44B}" dt="2023-09-06T15:05:11.061" v="52"/>
          <ac:spMkLst>
            <pc:docMk/>
            <pc:sldMk cId="546423420" sldId="258"/>
            <ac:spMk id="2" creationId="{DD1F7F70-6DF6-E6E7-9932-C1A649D9EED7}"/>
          </ac:spMkLst>
        </pc:spChg>
        <pc:spChg chg="add mod">
          <ac:chgData name="Eugene Mazarakis" userId="31d2599e8d0b0534" providerId="LiveId" clId="{39D0C806-6880-4C35-8312-65779FBED44B}" dt="2023-09-06T15:21:29.210" v="419" actId="1076"/>
          <ac:spMkLst>
            <pc:docMk/>
            <pc:sldMk cId="546423420" sldId="258"/>
            <ac:spMk id="3" creationId="{FC2AD817-6BA8-35C1-502B-1F25D4A83DF5}"/>
          </ac:spMkLst>
        </pc:spChg>
        <pc:spChg chg="add mod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7" creationId="{E03E5AD4-B4CC-2A09-4D79-86A3FE98705D}"/>
          </ac:spMkLst>
        </pc:spChg>
        <pc:spChg chg="mod">
          <ac:chgData name="Eugene Mazarakis" userId="31d2599e8d0b0534" providerId="LiveId" clId="{39D0C806-6880-4C35-8312-65779FBED44B}" dt="2023-09-06T15:18:30.850" v="399" actId="1076"/>
          <ac:spMkLst>
            <pc:docMk/>
            <pc:sldMk cId="546423420" sldId="258"/>
            <ac:spMk id="12" creationId="{961CE142-602D-41EC-9E57-D70675CE445B}"/>
          </ac:spMkLst>
        </pc:spChg>
        <pc:spChg chg="mod">
          <ac:chgData name="Eugene Mazarakis" userId="31d2599e8d0b0534" providerId="LiveId" clId="{39D0C806-6880-4C35-8312-65779FBED44B}" dt="2023-09-06T15:18:44.290" v="400" actId="1076"/>
          <ac:spMkLst>
            <pc:docMk/>
            <pc:sldMk cId="546423420" sldId="258"/>
            <ac:spMk id="13" creationId="{17DBC762-820E-4C0B-8DAC-77C20D4A47E5}"/>
          </ac:spMkLst>
        </pc:spChg>
        <pc:spChg chg="mod">
          <ac:chgData name="Eugene Mazarakis" userId="31d2599e8d0b0534" providerId="LiveId" clId="{39D0C806-6880-4C35-8312-65779FBED44B}" dt="2023-09-06T15:18:44.290" v="400" actId="1076"/>
          <ac:spMkLst>
            <pc:docMk/>
            <pc:sldMk cId="546423420" sldId="258"/>
            <ac:spMk id="14" creationId="{FE198394-A1F5-4EF8-98E1-37604B7BC806}"/>
          </ac:spMkLst>
        </pc:spChg>
        <pc:spChg chg="del mod">
          <ac:chgData name="Eugene Mazarakis" userId="31d2599e8d0b0534" providerId="LiveId" clId="{39D0C806-6880-4C35-8312-65779FBED44B}" dt="2023-09-06T15:21:11.303" v="418" actId="478"/>
          <ac:spMkLst>
            <pc:docMk/>
            <pc:sldMk cId="546423420" sldId="258"/>
            <ac:spMk id="15" creationId="{933800EE-3C8A-42D8-BA3D-DD624F659A0A}"/>
          </ac:spMkLst>
        </pc:spChg>
        <pc:spChg chg="mod">
          <ac:chgData name="Eugene Mazarakis" userId="31d2599e8d0b0534" providerId="LiveId" clId="{39D0C806-6880-4C35-8312-65779FBED44B}" dt="2023-09-06T15:18:44.290" v="400" actId="1076"/>
          <ac:spMkLst>
            <pc:docMk/>
            <pc:sldMk cId="546423420" sldId="258"/>
            <ac:spMk id="16" creationId="{9610E30B-D428-4693-87CB-F8F646D3DF63}"/>
          </ac:spMkLst>
        </pc:spChg>
        <pc:spChg chg="mod">
          <ac:chgData name="Eugene Mazarakis" userId="31d2599e8d0b0534" providerId="LiveId" clId="{39D0C806-6880-4C35-8312-65779FBED44B}" dt="2023-09-06T15:18:44.290" v="400" actId="1076"/>
          <ac:spMkLst>
            <pc:docMk/>
            <pc:sldMk cId="546423420" sldId="258"/>
            <ac:spMk id="17" creationId="{09DD5EB7-C54E-49F9-91B1-647ABEC5D258}"/>
          </ac:spMkLst>
        </pc:spChg>
        <pc:spChg chg="mod">
          <ac:chgData name="Eugene Mazarakis" userId="31d2599e8d0b0534" providerId="LiveId" clId="{39D0C806-6880-4C35-8312-65779FBED44B}" dt="2023-09-06T15:13:59.698" v="243" actId="1076"/>
          <ac:spMkLst>
            <pc:docMk/>
            <pc:sldMk cId="546423420" sldId="258"/>
            <ac:spMk id="20" creationId="{57E4F8A2-F0B8-455B-A995-31590EFB239C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21" creationId="{D2B7C457-5282-44CF-9E60-14C2C5DC2EBC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23" creationId="{1B7B52CC-ED4A-413B-82CD-3D70E4078C7B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24" creationId="{0AB2E8DD-658B-4C3B-A1EB-D15368965812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25" creationId="{4E33074C-3212-4C47-9874-3225983D9618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26" creationId="{3E91CD9D-995C-442D-B427-B9676F12CFEB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27" creationId="{1886F170-E84F-4D19-859D-7ADC9519402B}"/>
          </ac:spMkLst>
        </pc:spChg>
        <pc:spChg chg="mod topLvl">
          <ac:chgData name="Eugene Mazarakis" userId="31d2599e8d0b0534" providerId="LiveId" clId="{39D0C806-6880-4C35-8312-65779FBED44B}" dt="2023-09-06T15:33:45.714" v="522" actId="164"/>
          <ac:spMkLst>
            <pc:docMk/>
            <pc:sldMk cId="546423420" sldId="258"/>
            <ac:spMk id="32" creationId="{584C5233-CAB5-473D-A292-337ACC764654}"/>
          </ac:spMkLst>
        </pc:spChg>
        <pc:spChg chg="mod topLvl">
          <ac:chgData name="Eugene Mazarakis" userId="31d2599e8d0b0534" providerId="LiveId" clId="{39D0C806-6880-4C35-8312-65779FBED44B}" dt="2023-09-06T15:21:49.892" v="424" actId="164"/>
          <ac:spMkLst>
            <pc:docMk/>
            <pc:sldMk cId="546423420" sldId="258"/>
            <ac:spMk id="34" creationId="{E6E1C2E1-9BDC-46A6-8C0F-4CE11A042D49}"/>
          </ac:spMkLst>
        </pc:spChg>
        <pc:spChg chg="mod topLvl">
          <ac:chgData name="Eugene Mazarakis" userId="31d2599e8d0b0534" providerId="LiveId" clId="{39D0C806-6880-4C35-8312-65779FBED44B}" dt="2023-09-06T15:21:49.892" v="424" actId="164"/>
          <ac:spMkLst>
            <pc:docMk/>
            <pc:sldMk cId="546423420" sldId="258"/>
            <ac:spMk id="36" creationId="{C3894488-59CB-4848-9B3F-F9A362BD1AFA}"/>
          </ac:spMkLst>
        </pc:spChg>
        <pc:spChg chg="mod topLvl">
          <ac:chgData name="Eugene Mazarakis" userId="31d2599e8d0b0534" providerId="LiveId" clId="{39D0C806-6880-4C35-8312-65779FBED44B}" dt="2023-09-06T15:21:49.892" v="424" actId="164"/>
          <ac:spMkLst>
            <pc:docMk/>
            <pc:sldMk cId="546423420" sldId="258"/>
            <ac:spMk id="39" creationId="{B4E548F1-BAAA-4890-AAAB-45F87A3B4D7C}"/>
          </ac:spMkLst>
        </pc:spChg>
        <pc:grpChg chg="add del mod">
          <ac:chgData name="Eugene Mazarakis" userId="31d2599e8d0b0534" providerId="LiveId" clId="{39D0C806-6880-4C35-8312-65779FBED44B}" dt="2023-09-06T15:21:38.451" v="420" actId="165"/>
          <ac:grpSpMkLst>
            <pc:docMk/>
            <pc:sldMk cId="546423420" sldId="258"/>
            <ac:grpSpMk id="5" creationId="{C8FE9878-AFB9-FEC4-563B-2793F064880D}"/>
          </ac:grpSpMkLst>
        </pc:grpChg>
        <pc:grpChg chg="add mod">
          <ac:chgData name="Eugene Mazarakis" userId="31d2599e8d0b0534" providerId="LiveId" clId="{39D0C806-6880-4C35-8312-65779FBED44B}" dt="2023-09-06T15:21:49.892" v="424" actId="164"/>
          <ac:grpSpMkLst>
            <pc:docMk/>
            <pc:sldMk cId="546423420" sldId="258"/>
            <ac:grpSpMk id="6" creationId="{34F7E7CF-0D11-8453-4E44-87D0DB14E75E}"/>
          </ac:grpSpMkLst>
        </pc:grpChg>
        <pc:grpChg chg="add mod">
          <ac:chgData name="Eugene Mazarakis" userId="31d2599e8d0b0534" providerId="LiveId" clId="{39D0C806-6880-4C35-8312-65779FBED44B}" dt="2023-09-06T15:33:45.714" v="522" actId="164"/>
          <ac:grpSpMkLst>
            <pc:docMk/>
            <pc:sldMk cId="546423420" sldId="258"/>
            <ac:grpSpMk id="8" creationId="{035C0856-321D-F232-9109-C3505C37E55E}"/>
          </ac:grpSpMkLst>
        </pc:grpChg>
        <pc:grpChg chg="del mod topLvl">
          <ac:chgData name="Eugene Mazarakis" userId="31d2599e8d0b0534" providerId="LiveId" clId="{39D0C806-6880-4C35-8312-65779FBED44B}" dt="2023-09-06T15:33:02.486" v="492" actId="165"/>
          <ac:grpSpMkLst>
            <pc:docMk/>
            <pc:sldMk cId="546423420" sldId="258"/>
            <ac:grpSpMk id="28" creationId="{BAE29ED9-F099-4D52-8C7D-62BA95532388}"/>
          </ac:grpSpMkLst>
        </pc:grpChg>
        <pc:grpChg chg="del mod">
          <ac:chgData name="Eugene Mazarakis" userId="31d2599e8d0b0534" providerId="LiveId" clId="{39D0C806-6880-4C35-8312-65779FBED44B}" dt="2023-09-06T15:32:56.351" v="491" actId="165"/>
          <ac:grpSpMkLst>
            <pc:docMk/>
            <pc:sldMk cId="546423420" sldId="258"/>
            <ac:grpSpMk id="33" creationId="{C9201FBB-6287-40BA-AF9D-1420CC271DCD}"/>
          </ac:grpSpMkLst>
        </pc:grpChg>
        <pc:grpChg chg="mod">
          <ac:chgData name="Eugene Mazarakis" userId="31d2599e8d0b0534" providerId="LiveId" clId="{39D0C806-6880-4C35-8312-65779FBED44B}" dt="2023-09-06T15:21:29.210" v="419" actId="1076"/>
          <ac:grpSpMkLst>
            <pc:docMk/>
            <pc:sldMk cId="546423420" sldId="258"/>
            <ac:grpSpMk id="67" creationId="{BDBFBDDC-0742-4BCF-A1FC-5E69D444309A}"/>
          </ac:grpSpMkLst>
        </pc:grpChg>
        <pc:cxnChg chg="mod">
          <ac:chgData name="Eugene Mazarakis" userId="31d2599e8d0b0534" providerId="LiveId" clId="{39D0C806-6880-4C35-8312-65779FBED44B}" dt="2023-09-06T15:14:03.971" v="244" actId="14100"/>
          <ac:cxnSpMkLst>
            <pc:docMk/>
            <pc:sldMk cId="546423420" sldId="258"/>
            <ac:cxnSpMk id="30" creationId="{53744260-C513-4261-B48B-14ACA3FF516A}"/>
          </ac:cxnSpMkLst>
        </pc:cxnChg>
      </pc:sldChg>
      <pc:sldChg chg="addSp delSp modSp del mod">
        <pc:chgData name="Eugene Mazarakis" userId="31d2599e8d0b0534" providerId="LiveId" clId="{39D0C806-6880-4C35-8312-65779FBED44B}" dt="2023-09-06T15:19:07.139" v="401" actId="2696"/>
        <pc:sldMkLst>
          <pc:docMk/>
          <pc:sldMk cId="778209928" sldId="262"/>
        </pc:sldMkLst>
        <pc:spChg chg="mod topLvl">
          <ac:chgData name="Eugene Mazarakis" userId="31d2599e8d0b0534" providerId="LiveId" clId="{39D0C806-6880-4C35-8312-65779FBED44B}" dt="2023-09-06T15:08:28.800" v="84" actId="164"/>
          <ac:spMkLst>
            <pc:docMk/>
            <pc:sldMk cId="778209928" sldId="262"/>
            <ac:spMk id="7" creationId="{0E648627-59B7-0ED4-E48F-CF8B6ADA457C}"/>
          </ac:spMkLst>
        </pc:spChg>
        <pc:spChg chg="del mod">
          <ac:chgData name="Eugene Mazarakis" userId="31d2599e8d0b0534" providerId="LiveId" clId="{39D0C806-6880-4C35-8312-65779FBED44B}" dt="2023-09-06T15:02:15.443" v="12" actId="478"/>
          <ac:spMkLst>
            <pc:docMk/>
            <pc:sldMk cId="778209928" sldId="262"/>
            <ac:spMk id="15" creationId="{933800EE-3C8A-42D8-BA3D-DD624F659A0A}"/>
          </ac:spMkLst>
        </pc:spChg>
        <pc:spChg chg="mod">
          <ac:chgData name="Eugene Mazarakis" userId="31d2599e8d0b0534" providerId="LiveId" clId="{39D0C806-6880-4C35-8312-65779FBED44B}" dt="2023-09-06T15:13:03.255" v="234" actId="20577"/>
          <ac:spMkLst>
            <pc:docMk/>
            <pc:sldMk cId="778209928" sldId="262"/>
            <ac:spMk id="16" creationId="{9610E30B-D428-4693-87CB-F8F646D3DF63}"/>
          </ac:spMkLst>
        </pc:spChg>
        <pc:spChg chg="mod topLvl">
          <ac:chgData name="Eugene Mazarakis" userId="31d2599e8d0b0534" providerId="LiveId" clId="{39D0C806-6880-4C35-8312-65779FBED44B}" dt="2023-09-06T15:07:48.461" v="78" actId="164"/>
          <ac:spMkLst>
            <pc:docMk/>
            <pc:sldMk cId="778209928" sldId="262"/>
            <ac:spMk id="18" creationId="{035CEBA5-72B9-E46A-AACE-3513351836C9}"/>
          </ac:spMkLst>
        </pc:spChg>
        <pc:spChg chg="mod topLvl">
          <ac:chgData name="Eugene Mazarakis" userId="31d2599e8d0b0534" providerId="LiveId" clId="{39D0C806-6880-4C35-8312-65779FBED44B}" dt="2023-09-06T15:07:44.677" v="77" actId="164"/>
          <ac:spMkLst>
            <pc:docMk/>
            <pc:sldMk cId="778209928" sldId="262"/>
            <ac:spMk id="22" creationId="{37DE426E-7EB1-19BF-0A6F-9A12BA6D812A}"/>
          </ac:spMkLst>
        </pc:spChg>
        <pc:spChg chg="mod topLvl">
          <ac:chgData name="Eugene Mazarakis" userId="31d2599e8d0b0534" providerId="LiveId" clId="{39D0C806-6880-4C35-8312-65779FBED44B}" dt="2023-09-06T15:07:40.365" v="76" actId="164"/>
          <ac:spMkLst>
            <pc:docMk/>
            <pc:sldMk cId="778209928" sldId="262"/>
            <ac:spMk id="31" creationId="{1F6C14E6-8BED-0996-C12A-FC1AF21C2A50}"/>
          </ac:spMkLst>
        </pc:spChg>
        <pc:spChg chg="mod">
          <ac:chgData name="Eugene Mazarakis" userId="31d2599e8d0b0534" providerId="LiveId" clId="{39D0C806-6880-4C35-8312-65779FBED44B}" dt="2023-09-06T15:02:47.296" v="16" actId="207"/>
          <ac:spMkLst>
            <pc:docMk/>
            <pc:sldMk cId="778209928" sldId="262"/>
            <ac:spMk id="36" creationId="{C3894488-59CB-4848-9B3F-F9A362BD1AFA}"/>
          </ac:spMkLst>
        </pc:spChg>
        <pc:spChg chg="del mod topLvl">
          <ac:chgData name="Eugene Mazarakis" userId="31d2599e8d0b0534" providerId="LiveId" clId="{39D0C806-6880-4C35-8312-65779FBED44B}" dt="2023-09-06T15:04:19.110" v="40" actId="478"/>
          <ac:spMkLst>
            <pc:docMk/>
            <pc:sldMk cId="778209928" sldId="262"/>
            <ac:spMk id="37" creationId="{631CAC21-6BCD-2C23-4585-A047B064774F}"/>
          </ac:spMkLst>
        </pc:spChg>
        <pc:spChg chg="mod">
          <ac:chgData name="Eugene Mazarakis" userId="31d2599e8d0b0534" providerId="LiveId" clId="{39D0C806-6880-4C35-8312-65779FBED44B}" dt="2023-09-06T15:01:59.003" v="11" actId="165"/>
          <ac:spMkLst>
            <pc:docMk/>
            <pc:sldMk cId="778209928" sldId="262"/>
            <ac:spMk id="40" creationId="{598088CA-BD2E-7554-4760-85022259DBFC}"/>
          </ac:spMkLst>
        </pc:spChg>
        <pc:spChg chg="mod">
          <ac:chgData name="Eugene Mazarakis" userId="31d2599e8d0b0534" providerId="LiveId" clId="{39D0C806-6880-4C35-8312-65779FBED44B}" dt="2023-09-06T15:01:59.003" v="11" actId="165"/>
          <ac:spMkLst>
            <pc:docMk/>
            <pc:sldMk cId="778209928" sldId="262"/>
            <ac:spMk id="42" creationId="{945B2D18-7E63-5F87-B889-31820259D7A0}"/>
          </ac:spMkLst>
        </pc:spChg>
        <pc:spChg chg="add del mod">
          <ac:chgData name="Eugene Mazarakis" userId="31d2599e8d0b0534" providerId="LiveId" clId="{39D0C806-6880-4C35-8312-65779FBED44B}" dt="2023-09-06T15:02:49.937" v="17" actId="478"/>
          <ac:spMkLst>
            <pc:docMk/>
            <pc:sldMk cId="778209928" sldId="262"/>
            <ac:spMk id="45" creationId="{30B94465-C699-0AE4-A391-3EAD1684B89F}"/>
          </ac:spMkLst>
        </pc:spChg>
        <pc:spChg chg="mod topLvl">
          <ac:chgData name="Eugene Mazarakis" userId="31d2599e8d0b0534" providerId="LiveId" clId="{39D0C806-6880-4C35-8312-65779FBED44B}" dt="2023-09-06T15:08:09.266" v="82" actId="164"/>
          <ac:spMkLst>
            <pc:docMk/>
            <pc:sldMk cId="778209928" sldId="262"/>
            <ac:spMk id="47" creationId="{0E6FB640-8949-4AF2-9003-08C4243A5B4F}"/>
          </ac:spMkLst>
        </pc:spChg>
        <pc:spChg chg="mod topLvl">
          <ac:chgData name="Eugene Mazarakis" userId="31d2599e8d0b0534" providerId="LiveId" clId="{39D0C806-6880-4C35-8312-65779FBED44B}" dt="2023-09-06T15:08:28.800" v="84" actId="164"/>
          <ac:spMkLst>
            <pc:docMk/>
            <pc:sldMk cId="778209928" sldId="262"/>
            <ac:spMk id="53" creationId="{735C4A58-7E5A-4E73-9E63-9821064B70C7}"/>
          </ac:spMkLst>
        </pc:spChg>
        <pc:spChg chg="mod topLvl">
          <ac:chgData name="Eugene Mazarakis" userId="31d2599e8d0b0534" providerId="LiveId" clId="{39D0C806-6880-4C35-8312-65779FBED44B}" dt="2023-09-06T15:08:00.876" v="80" actId="164"/>
          <ac:spMkLst>
            <pc:docMk/>
            <pc:sldMk cId="778209928" sldId="262"/>
            <ac:spMk id="56" creationId="{7130DDE8-BC2D-4C80-B293-841CB4730423}"/>
          </ac:spMkLst>
        </pc:spChg>
        <pc:spChg chg="mod topLvl">
          <ac:chgData name="Eugene Mazarakis" userId="31d2599e8d0b0534" providerId="LiveId" clId="{39D0C806-6880-4C35-8312-65779FBED44B}" dt="2023-09-06T15:08:05.328" v="81" actId="164"/>
          <ac:spMkLst>
            <pc:docMk/>
            <pc:sldMk cId="778209928" sldId="262"/>
            <ac:spMk id="59" creationId="{091E8BCF-FDD2-44D7-B507-96F7935D1E2F}"/>
          </ac:spMkLst>
        </pc:spChg>
        <pc:grpChg chg="del mod">
          <ac:chgData name="Eugene Mazarakis" userId="31d2599e8d0b0534" providerId="LiveId" clId="{39D0C806-6880-4C35-8312-65779FBED44B}" dt="2023-09-06T15:06:21.615" v="66" actId="165"/>
          <ac:grpSpMkLst>
            <pc:docMk/>
            <pc:sldMk cId="778209928" sldId="262"/>
            <ac:grpSpMk id="2" creationId="{C281903C-8FDE-4BD6-AD60-9314D7A89B13}"/>
          </ac:grpSpMkLst>
        </pc:grpChg>
        <pc:grpChg chg="add del mod">
          <ac:chgData name="Eugene Mazarakis" userId="31d2599e8d0b0534" providerId="LiveId" clId="{39D0C806-6880-4C35-8312-65779FBED44B}" dt="2023-09-06T15:01:59.003" v="11" actId="165"/>
          <ac:grpSpMkLst>
            <pc:docMk/>
            <pc:sldMk cId="778209928" sldId="262"/>
            <ac:grpSpMk id="3" creationId="{366E4369-9743-4F3D-AAE1-9B78ABE7A0A2}"/>
          </ac:grpSpMkLst>
        </pc:grpChg>
        <pc:grpChg chg="del mod topLvl">
          <ac:chgData name="Eugene Mazarakis" userId="31d2599e8d0b0534" providerId="LiveId" clId="{39D0C806-6880-4C35-8312-65779FBED44B}" dt="2023-09-06T15:04:21.620" v="43" actId="478"/>
          <ac:grpSpMkLst>
            <pc:docMk/>
            <pc:sldMk cId="778209928" sldId="262"/>
            <ac:grpSpMk id="4" creationId="{D51A8BEE-7E57-D29B-1519-911C70E70F2C}"/>
          </ac:grpSpMkLst>
        </pc:grpChg>
        <pc:grpChg chg="del mod topLvl">
          <ac:chgData name="Eugene Mazarakis" userId="31d2599e8d0b0534" providerId="LiveId" clId="{39D0C806-6880-4C35-8312-65779FBED44B}" dt="2023-09-06T15:04:20.817" v="42" actId="478"/>
          <ac:grpSpMkLst>
            <pc:docMk/>
            <pc:sldMk cId="778209928" sldId="262"/>
            <ac:grpSpMk id="5" creationId="{7FF373F4-FCAF-0EC6-A4F7-B6B40121096C}"/>
          </ac:grpSpMkLst>
        </pc:grpChg>
        <pc:grpChg chg="del mod topLvl">
          <ac:chgData name="Eugene Mazarakis" userId="31d2599e8d0b0534" providerId="LiveId" clId="{39D0C806-6880-4C35-8312-65779FBED44B}" dt="2023-09-06T15:04:19.110" v="40" actId="478"/>
          <ac:grpSpMkLst>
            <pc:docMk/>
            <pc:sldMk cId="778209928" sldId="262"/>
            <ac:grpSpMk id="6" creationId="{2BA8C529-6029-091D-3D06-1BBBF238D883}"/>
          </ac:grpSpMkLst>
        </pc:grpChg>
        <pc:grpChg chg="del mod topLvl">
          <ac:chgData name="Eugene Mazarakis" userId="31d2599e8d0b0534" providerId="LiveId" clId="{39D0C806-6880-4C35-8312-65779FBED44B}" dt="2023-09-06T15:06:47.482" v="67" actId="165"/>
          <ac:grpSpMkLst>
            <pc:docMk/>
            <pc:sldMk cId="778209928" sldId="262"/>
            <ac:grpSpMk id="8" creationId="{E8BF8308-45E2-E7EE-0922-6774B50346CA}"/>
          </ac:grpSpMkLst>
        </pc:grpChg>
        <pc:grpChg chg="del mod topLvl">
          <ac:chgData name="Eugene Mazarakis" userId="31d2599e8d0b0534" providerId="LiveId" clId="{39D0C806-6880-4C35-8312-65779FBED44B}" dt="2023-09-06T15:06:47.482" v="67" actId="165"/>
          <ac:grpSpMkLst>
            <pc:docMk/>
            <pc:sldMk cId="778209928" sldId="262"/>
            <ac:grpSpMk id="9" creationId="{B69DFC3D-8994-2E4C-3693-D3525CCC1FB8}"/>
          </ac:grpSpMkLst>
        </pc:grpChg>
        <pc:grpChg chg="del mod topLvl">
          <ac:chgData name="Eugene Mazarakis" userId="31d2599e8d0b0534" providerId="LiveId" clId="{39D0C806-6880-4C35-8312-65779FBED44B}" dt="2023-09-06T15:03:24.223" v="20" actId="165"/>
          <ac:grpSpMkLst>
            <pc:docMk/>
            <pc:sldMk cId="778209928" sldId="262"/>
            <ac:grpSpMk id="10" creationId="{AD75B8C4-E709-C975-BDC8-187B93F1841A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46" creationId="{4EBAF05F-BE7E-38CA-7CAA-E904263E10EA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49" creationId="{E35C99DA-3EB6-E3D1-C130-4D04B5CC86CE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50" creationId="{F1D7A963-2751-68F6-0FC8-F0130F3113E5}"/>
          </ac:grpSpMkLst>
        </pc:grpChg>
        <pc:grpChg chg="del mod topLvl">
          <ac:chgData name="Eugene Mazarakis" userId="31d2599e8d0b0534" providerId="LiveId" clId="{39D0C806-6880-4C35-8312-65779FBED44B}" dt="2023-09-06T15:06:47.482" v="67" actId="165"/>
          <ac:grpSpMkLst>
            <pc:docMk/>
            <pc:sldMk cId="778209928" sldId="262"/>
            <ac:grpSpMk id="51" creationId="{9C1447FB-D1A5-496C-851F-FD68F312D5BE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52" creationId="{1E98D2E7-B596-D5F4-6C31-3ECF3A858ED9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54" creationId="{505D4B55-901B-CD33-9B62-0186FDD804E8}"/>
          </ac:grpSpMkLst>
        </pc:grpChg>
        <pc:grpChg chg="del mod topLvl">
          <ac:chgData name="Eugene Mazarakis" userId="31d2599e8d0b0534" providerId="LiveId" clId="{39D0C806-6880-4C35-8312-65779FBED44B}" dt="2023-09-06T15:06:47.482" v="67" actId="165"/>
          <ac:grpSpMkLst>
            <pc:docMk/>
            <pc:sldMk cId="778209928" sldId="262"/>
            <ac:grpSpMk id="55" creationId="{2EB7571E-C701-4350-AE52-89FD72894E49}"/>
          </ac:grpSpMkLst>
        </pc:grpChg>
        <pc:grpChg chg="del mod topLvl">
          <ac:chgData name="Eugene Mazarakis" userId="31d2599e8d0b0534" providerId="LiveId" clId="{39D0C806-6880-4C35-8312-65779FBED44B}" dt="2023-09-06T15:06:47.482" v="67" actId="165"/>
          <ac:grpSpMkLst>
            <pc:docMk/>
            <pc:sldMk cId="778209928" sldId="262"/>
            <ac:grpSpMk id="58" creationId="{F08620AB-E1E7-46D9-8C10-7DDCA0E63858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61" creationId="{7500C03F-6286-90A5-F98E-24715799F5F6}"/>
          </ac:grpSpMkLst>
        </pc:grpChg>
        <pc:grpChg chg="add mod">
          <ac:chgData name="Eugene Mazarakis" userId="31d2599e8d0b0534" providerId="LiveId" clId="{39D0C806-6880-4C35-8312-65779FBED44B}" dt="2023-09-06T15:08:28.800" v="84" actId="164"/>
          <ac:grpSpMkLst>
            <pc:docMk/>
            <pc:sldMk cId="778209928" sldId="262"/>
            <ac:grpSpMk id="62" creationId="{FD5F0803-A02E-1797-141F-B0E8E1E6C515}"/>
          </ac:grpSpMkLst>
        </pc:grpChg>
        <pc:picChg chg="mod topLvl">
          <ac:chgData name="Eugene Mazarakis" userId="31d2599e8d0b0534" providerId="LiveId" clId="{39D0C806-6880-4C35-8312-65779FBED44B}" dt="2023-09-06T15:07:48.461" v="78" actId="164"/>
          <ac:picMkLst>
            <pc:docMk/>
            <pc:sldMk cId="778209928" sldId="262"/>
            <ac:picMk id="19" creationId="{9789BF3E-3B40-C7FD-7E71-6A66E7522BA3}"/>
          </ac:picMkLst>
        </pc:picChg>
        <pc:picChg chg="mod topLvl">
          <ac:chgData name="Eugene Mazarakis" userId="31d2599e8d0b0534" providerId="LiveId" clId="{39D0C806-6880-4C35-8312-65779FBED44B}" dt="2023-09-06T15:07:44.677" v="77" actId="164"/>
          <ac:picMkLst>
            <pc:docMk/>
            <pc:sldMk cId="778209928" sldId="262"/>
            <ac:picMk id="29" creationId="{B6E3A040-B9A4-1DC4-4E9E-AFE1673E2C64}"/>
          </ac:picMkLst>
        </pc:picChg>
        <pc:picChg chg="mod topLvl">
          <ac:chgData name="Eugene Mazarakis" userId="31d2599e8d0b0534" providerId="LiveId" clId="{39D0C806-6880-4C35-8312-65779FBED44B}" dt="2023-09-06T15:07:40.365" v="76" actId="164"/>
          <ac:picMkLst>
            <pc:docMk/>
            <pc:sldMk cId="778209928" sldId="262"/>
            <ac:picMk id="35" creationId="{C3A98180-C2B7-AB90-F03D-DF226D06D35E}"/>
          </ac:picMkLst>
        </pc:picChg>
        <pc:picChg chg="del mod topLvl">
          <ac:chgData name="Eugene Mazarakis" userId="31d2599e8d0b0534" providerId="LiveId" clId="{39D0C806-6880-4C35-8312-65779FBED44B}" dt="2023-09-06T15:04:20.095" v="41" actId="478"/>
          <ac:picMkLst>
            <pc:docMk/>
            <pc:sldMk cId="778209928" sldId="262"/>
            <ac:picMk id="38" creationId="{DCFF58EB-704B-637A-26EE-9054407451D6}"/>
          </ac:picMkLst>
        </pc:picChg>
        <pc:picChg chg="mod">
          <ac:chgData name="Eugene Mazarakis" userId="31d2599e8d0b0534" providerId="LiveId" clId="{39D0C806-6880-4C35-8312-65779FBED44B}" dt="2023-09-06T15:01:59.003" v="11" actId="165"/>
          <ac:picMkLst>
            <pc:docMk/>
            <pc:sldMk cId="778209928" sldId="262"/>
            <ac:picMk id="41" creationId="{F91A00B2-E791-240F-C7C5-A3D2FC1721C1}"/>
          </ac:picMkLst>
        </pc:picChg>
        <pc:picChg chg="mod">
          <ac:chgData name="Eugene Mazarakis" userId="31d2599e8d0b0534" providerId="LiveId" clId="{39D0C806-6880-4C35-8312-65779FBED44B}" dt="2023-09-06T15:01:59.003" v="11" actId="165"/>
          <ac:picMkLst>
            <pc:docMk/>
            <pc:sldMk cId="778209928" sldId="262"/>
            <ac:picMk id="43" creationId="{949DD2DC-40BF-AA86-7EA4-66502B6A6113}"/>
          </ac:picMkLst>
        </pc:picChg>
        <pc:picChg chg="del">
          <ac:chgData name="Eugene Mazarakis" userId="31d2599e8d0b0534" providerId="LiveId" clId="{39D0C806-6880-4C35-8312-65779FBED44B}" dt="2023-09-06T15:02:38.546" v="15" actId="478"/>
          <ac:picMkLst>
            <pc:docMk/>
            <pc:sldMk cId="778209928" sldId="262"/>
            <ac:picMk id="44" creationId="{0DDFE956-9399-4950-BD84-6BBA1E42AFE5}"/>
          </ac:picMkLst>
        </pc:picChg>
        <pc:picChg chg="mod topLvl">
          <ac:chgData name="Eugene Mazarakis" userId="31d2599e8d0b0534" providerId="LiveId" clId="{39D0C806-6880-4C35-8312-65779FBED44B}" dt="2023-09-06T15:08:09.266" v="82" actId="164"/>
          <ac:picMkLst>
            <pc:docMk/>
            <pc:sldMk cId="778209928" sldId="262"/>
            <ac:picMk id="48" creationId="{7D051FC1-B418-4EFC-B980-A94DD099DF69}"/>
          </ac:picMkLst>
        </pc:picChg>
        <pc:picChg chg="mod topLvl">
          <ac:chgData name="Eugene Mazarakis" userId="31d2599e8d0b0534" providerId="LiveId" clId="{39D0C806-6880-4C35-8312-65779FBED44B}" dt="2023-09-06T15:08:00.876" v="80" actId="164"/>
          <ac:picMkLst>
            <pc:docMk/>
            <pc:sldMk cId="778209928" sldId="262"/>
            <ac:picMk id="57" creationId="{C4B477C0-D9E0-4031-BE31-07C9E0FAF0CC}"/>
          </ac:picMkLst>
        </pc:picChg>
        <pc:picChg chg="mod topLvl">
          <ac:chgData name="Eugene Mazarakis" userId="31d2599e8d0b0534" providerId="LiveId" clId="{39D0C806-6880-4C35-8312-65779FBED44B}" dt="2023-09-06T15:08:05.328" v="81" actId="164"/>
          <ac:picMkLst>
            <pc:docMk/>
            <pc:sldMk cId="778209928" sldId="262"/>
            <ac:picMk id="60" creationId="{F15F1B97-5C13-4DCB-86F9-51FB0E8979B7}"/>
          </ac:picMkLst>
        </pc:picChg>
      </pc:sldChg>
      <pc:sldChg chg="modSp mod ord">
        <pc:chgData name="Eugene Mazarakis" userId="31d2599e8d0b0534" providerId="LiveId" clId="{39D0C806-6880-4C35-8312-65779FBED44B}" dt="2023-09-06T15:29:54.006" v="488"/>
        <pc:sldMkLst>
          <pc:docMk/>
          <pc:sldMk cId="983432282" sldId="263"/>
        </pc:sldMkLst>
        <pc:spChg chg="mod">
          <ac:chgData name="Eugene Mazarakis" userId="31d2599e8d0b0534" providerId="LiveId" clId="{39D0C806-6880-4C35-8312-65779FBED44B}" dt="2023-09-06T15:26:41.372" v="483" actId="14100"/>
          <ac:spMkLst>
            <pc:docMk/>
            <pc:sldMk cId="983432282" sldId="263"/>
            <ac:spMk id="17" creationId="{09DD5EB7-C54E-49F9-91B1-647ABEC5D258}"/>
          </ac:spMkLst>
        </pc:spChg>
        <pc:grpChg chg="mod">
          <ac:chgData name="Eugene Mazarakis" userId="31d2599e8d0b0534" providerId="LiveId" clId="{39D0C806-6880-4C35-8312-65779FBED44B}" dt="2023-09-06T15:26:59.715" v="486" actId="1076"/>
          <ac:grpSpMkLst>
            <pc:docMk/>
            <pc:sldMk cId="983432282" sldId="263"/>
            <ac:grpSpMk id="81" creationId="{280AEAA0-E74C-43E2-BF29-B66441F3B4BA}"/>
          </ac:grpSpMkLst>
        </pc:grpChg>
        <pc:cxnChg chg="mod">
          <ac:chgData name="Eugene Mazarakis" userId="31d2599e8d0b0534" providerId="LiveId" clId="{39D0C806-6880-4C35-8312-65779FBED44B}" dt="2023-09-06T15:26:53.810" v="485" actId="13822"/>
          <ac:cxnSpMkLst>
            <pc:docMk/>
            <pc:sldMk cId="983432282" sldId="263"/>
            <ac:cxnSpMk id="37" creationId="{B5BEA287-7D31-453A-B088-C1BD23779118}"/>
          </ac:cxnSpMkLst>
        </pc:cxnChg>
      </pc:sldChg>
      <pc:sldChg chg="addSp delSp modSp add mod">
        <pc:chgData name="Eugene Mazarakis" userId="31d2599e8d0b0534" providerId="LiveId" clId="{39D0C806-6880-4C35-8312-65779FBED44B}" dt="2023-09-06T15:34:52.159" v="529"/>
        <pc:sldMkLst>
          <pc:docMk/>
          <pc:sldMk cId="1463141301" sldId="271"/>
        </pc:sldMkLst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6" creationId="{16EF5824-B04C-AF3C-6EF4-5B392E2DF0DF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7" creationId="{C7B7F183-82B8-43F6-DD5B-060B2E447D17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8" creationId="{AB3174DE-CC7E-D2E9-7805-D96A58452ECF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9" creationId="{ABC813A4-CB44-AE8F-B3DC-FD1B7FC3A074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10" creationId="{3073EBBE-E4C6-E6F3-853D-3F0835C45479}"/>
          </ac:spMkLst>
        </pc:spChg>
        <pc:spChg chg="mod">
          <ac:chgData name="Eugene Mazarakis" userId="31d2599e8d0b0534" providerId="LiveId" clId="{39D0C806-6880-4C35-8312-65779FBED44B}" dt="2023-09-06T15:19:29.693" v="404" actId="1076"/>
          <ac:spMkLst>
            <pc:docMk/>
            <pc:sldMk cId="1463141301" sldId="271"/>
            <ac:spMk id="12" creationId="{961CE142-602D-41EC-9E57-D70675CE445B}"/>
          </ac:spMkLst>
        </pc:spChg>
        <pc:spChg chg="mod">
          <ac:chgData name="Eugene Mazarakis" userId="31d2599e8d0b0534" providerId="LiveId" clId="{39D0C806-6880-4C35-8312-65779FBED44B}" dt="2023-09-06T15:24:52.456" v="466" actId="1076"/>
          <ac:spMkLst>
            <pc:docMk/>
            <pc:sldMk cId="1463141301" sldId="271"/>
            <ac:spMk id="13" creationId="{17DBC762-820E-4C0B-8DAC-77C20D4A47E5}"/>
          </ac:spMkLst>
        </pc:spChg>
        <pc:spChg chg="mod">
          <ac:chgData name="Eugene Mazarakis" userId="31d2599e8d0b0534" providerId="LiveId" clId="{39D0C806-6880-4C35-8312-65779FBED44B}" dt="2023-09-06T15:24:42.947" v="461" actId="14100"/>
          <ac:spMkLst>
            <pc:docMk/>
            <pc:sldMk cId="1463141301" sldId="271"/>
            <ac:spMk id="14" creationId="{FE198394-A1F5-4EF8-98E1-37604B7BC806}"/>
          </ac:spMkLst>
        </pc:spChg>
        <pc:spChg chg="del mod">
          <ac:chgData name="Eugene Mazarakis" userId="31d2599e8d0b0534" providerId="LiveId" clId="{39D0C806-6880-4C35-8312-65779FBED44B}" dt="2023-09-06T15:22:58.398" v="437" actId="478"/>
          <ac:spMkLst>
            <pc:docMk/>
            <pc:sldMk cId="1463141301" sldId="271"/>
            <ac:spMk id="15" creationId="{933800EE-3C8A-42D8-BA3D-DD624F659A0A}"/>
          </ac:spMkLst>
        </pc:spChg>
        <pc:spChg chg="mod">
          <ac:chgData name="Eugene Mazarakis" userId="31d2599e8d0b0534" providerId="LiveId" clId="{39D0C806-6880-4C35-8312-65779FBED44B}" dt="2023-09-06T15:24:41.002" v="460" actId="14100"/>
          <ac:spMkLst>
            <pc:docMk/>
            <pc:sldMk cId="1463141301" sldId="271"/>
            <ac:spMk id="16" creationId="{9610E30B-D428-4693-87CB-F8F646D3DF63}"/>
          </ac:spMkLst>
        </pc:spChg>
        <pc:spChg chg="mod">
          <ac:chgData name="Eugene Mazarakis" userId="31d2599e8d0b0534" providerId="LiveId" clId="{39D0C806-6880-4C35-8312-65779FBED44B}" dt="2023-09-06T15:24:37.537" v="459" actId="14100"/>
          <ac:spMkLst>
            <pc:docMk/>
            <pc:sldMk cId="1463141301" sldId="271"/>
            <ac:spMk id="17" creationId="{09DD5EB7-C54E-49F9-91B1-647ABEC5D258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18" creationId="{6809903C-61C6-5F37-A4DC-E967D21991A7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19" creationId="{A6B4DCC9-9D7D-E879-7791-463C0AD24D89}"/>
          </ac:spMkLst>
        </pc:spChg>
        <pc:spChg chg="del mod">
          <ac:chgData name="Eugene Mazarakis" userId="31d2599e8d0b0534" providerId="LiveId" clId="{39D0C806-6880-4C35-8312-65779FBED44B}" dt="2023-09-06T15:34:51.490" v="528" actId="478"/>
          <ac:spMkLst>
            <pc:docMk/>
            <pc:sldMk cId="1463141301" sldId="271"/>
            <ac:spMk id="20" creationId="{57E4F8A2-F0B8-455B-A995-31590EFB239C}"/>
          </ac:spMkLst>
        </pc:spChg>
        <pc:spChg chg="mod">
          <ac:chgData name="Eugene Mazarakis" userId="31d2599e8d0b0534" providerId="LiveId" clId="{39D0C806-6880-4C35-8312-65779FBED44B}" dt="2023-09-06T15:34:34.856" v="527"/>
          <ac:spMkLst>
            <pc:docMk/>
            <pc:sldMk cId="1463141301" sldId="271"/>
            <ac:spMk id="22" creationId="{A7007D2D-2F65-3ED4-AF42-722AF6B1B19F}"/>
          </ac:spMkLst>
        </pc:spChg>
        <pc:spChg chg="mod">
          <ac:chgData name="Eugene Mazarakis" userId="31d2599e8d0b0534" providerId="LiveId" clId="{39D0C806-6880-4C35-8312-65779FBED44B}" dt="2023-09-06T15:34:29.969" v="525" actId="20577"/>
          <ac:spMkLst>
            <pc:docMk/>
            <pc:sldMk cId="1463141301" sldId="271"/>
            <ac:spMk id="27" creationId="{1886F170-E84F-4D19-859D-7ADC9519402B}"/>
          </ac:spMkLst>
        </pc:spChg>
        <pc:spChg chg="add mod">
          <ac:chgData name="Eugene Mazarakis" userId="31d2599e8d0b0534" providerId="LiveId" clId="{39D0C806-6880-4C35-8312-65779FBED44B}" dt="2023-09-06T15:34:52.159" v="529"/>
          <ac:spMkLst>
            <pc:docMk/>
            <pc:sldMk cId="1463141301" sldId="271"/>
            <ac:spMk id="29" creationId="{E7AF258F-F2BE-34C7-ACD7-E31A445BD036}"/>
          </ac:spMkLst>
        </pc:spChg>
        <pc:spChg chg="mod">
          <ac:chgData name="Eugene Mazarakis" userId="31d2599e8d0b0534" providerId="LiveId" clId="{39D0C806-6880-4C35-8312-65779FBED44B}" dt="2023-09-06T15:22:34.836" v="430" actId="164"/>
          <ac:spMkLst>
            <pc:docMk/>
            <pc:sldMk cId="1463141301" sldId="271"/>
            <ac:spMk id="34" creationId="{E6E1C2E1-9BDC-46A6-8C0F-4CE11A042D49}"/>
          </ac:spMkLst>
        </pc:spChg>
        <pc:spChg chg="mod">
          <ac:chgData name="Eugene Mazarakis" userId="31d2599e8d0b0534" providerId="LiveId" clId="{39D0C806-6880-4C35-8312-65779FBED44B}" dt="2023-09-06T15:22:34.836" v="430" actId="164"/>
          <ac:spMkLst>
            <pc:docMk/>
            <pc:sldMk cId="1463141301" sldId="271"/>
            <ac:spMk id="36" creationId="{C3894488-59CB-4848-9B3F-F9A362BD1AFA}"/>
          </ac:spMkLst>
        </pc:spChg>
        <pc:spChg chg="mod">
          <ac:chgData name="Eugene Mazarakis" userId="31d2599e8d0b0534" providerId="LiveId" clId="{39D0C806-6880-4C35-8312-65779FBED44B}" dt="2023-09-06T15:22:34.836" v="430" actId="164"/>
          <ac:spMkLst>
            <pc:docMk/>
            <pc:sldMk cId="1463141301" sldId="271"/>
            <ac:spMk id="39" creationId="{B4E548F1-BAAA-4890-AAAB-45F87A3B4D7C}"/>
          </ac:spMkLst>
        </pc:spChg>
        <pc:spChg chg="mod">
          <ac:chgData name="Eugene Mazarakis" userId="31d2599e8d0b0534" providerId="LiveId" clId="{39D0C806-6880-4C35-8312-65779FBED44B}" dt="2023-09-06T15:22:54.172" v="436" actId="165"/>
          <ac:spMkLst>
            <pc:docMk/>
            <pc:sldMk cId="1463141301" sldId="271"/>
            <ac:spMk id="47" creationId="{0E6FB640-8949-4AF2-9003-08C4243A5B4F}"/>
          </ac:spMkLst>
        </pc:spChg>
        <pc:spChg chg="mod topLvl">
          <ac:chgData name="Eugene Mazarakis" userId="31d2599e8d0b0534" providerId="LiveId" clId="{39D0C806-6880-4C35-8312-65779FBED44B}" dt="2023-09-06T15:22:54.172" v="436" actId="165"/>
          <ac:spMkLst>
            <pc:docMk/>
            <pc:sldMk cId="1463141301" sldId="271"/>
            <ac:spMk id="53" creationId="{735C4A58-7E5A-4E73-9E63-9821064B70C7}"/>
          </ac:spMkLst>
        </pc:spChg>
        <pc:spChg chg="mod topLvl">
          <ac:chgData name="Eugene Mazarakis" userId="31d2599e8d0b0534" providerId="LiveId" clId="{39D0C806-6880-4C35-8312-65779FBED44B}" dt="2023-09-06T15:22:54.172" v="436" actId="165"/>
          <ac:spMkLst>
            <pc:docMk/>
            <pc:sldMk cId="1463141301" sldId="271"/>
            <ac:spMk id="56" creationId="{7130DDE8-BC2D-4C80-B293-841CB4730423}"/>
          </ac:spMkLst>
        </pc:spChg>
        <pc:spChg chg="mod topLvl">
          <ac:chgData name="Eugene Mazarakis" userId="31d2599e8d0b0534" providerId="LiveId" clId="{39D0C806-6880-4C35-8312-65779FBED44B}" dt="2023-09-06T15:22:54.172" v="436" actId="165"/>
          <ac:spMkLst>
            <pc:docMk/>
            <pc:sldMk cId="1463141301" sldId="271"/>
            <ac:spMk id="59" creationId="{091E8BCF-FDD2-44D7-B507-96F7935D1E2F}"/>
          </ac:spMkLst>
        </pc:spChg>
        <pc:grpChg chg="add del mod">
          <ac:chgData name="Eugene Mazarakis" userId="31d2599e8d0b0534" providerId="LiveId" clId="{39D0C806-6880-4C35-8312-65779FBED44B}" dt="2023-09-06T15:23:08.456" v="438" actId="1076"/>
          <ac:grpSpMkLst>
            <pc:docMk/>
            <pc:sldMk cId="1463141301" sldId="271"/>
            <ac:grpSpMk id="2" creationId="{C281903C-8FDE-4BD6-AD60-9314D7A89B13}"/>
          </ac:grpSpMkLst>
        </pc:grpChg>
        <pc:grpChg chg="add mod">
          <ac:chgData name="Eugene Mazarakis" userId="31d2599e8d0b0534" providerId="LiveId" clId="{39D0C806-6880-4C35-8312-65779FBED44B}" dt="2023-09-06T15:23:08.456" v="438" actId="1076"/>
          <ac:grpSpMkLst>
            <pc:docMk/>
            <pc:sldMk cId="1463141301" sldId="271"/>
            <ac:grpSpMk id="4" creationId="{29C851A4-DA9A-4C89-3FE8-6E4A9A68F7D4}"/>
          </ac:grpSpMkLst>
        </pc:grpChg>
        <pc:grpChg chg="add mod">
          <ac:chgData name="Eugene Mazarakis" userId="31d2599e8d0b0534" providerId="LiveId" clId="{39D0C806-6880-4C35-8312-65779FBED44B}" dt="2023-09-06T15:34:34.856" v="527"/>
          <ac:grpSpMkLst>
            <pc:docMk/>
            <pc:sldMk cId="1463141301" sldId="271"/>
            <ac:grpSpMk id="5" creationId="{B96794FF-049E-3E27-ADA3-AEF342AEC597}"/>
          </ac:grpSpMkLst>
        </pc:grpChg>
        <pc:grpChg chg="del mod">
          <ac:chgData name="Eugene Mazarakis" userId="31d2599e8d0b0534" providerId="LiveId" clId="{39D0C806-6880-4C35-8312-65779FBED44B}" dt="2023-09-06T15:34:33.439" v="526" actId="478"/>
          <ac:grpSpMkLst>
            <pc:docMk/>
            <pc:sldMk cId="1463141301" sldId="271"/>
            <ac:grpSpMk id="33" creationId="{C9201FBB-6287-40BA-AF9D-1420CC271DCD}"/>
          </ac:grpSpMkLst>
        </pc:grpChg>
        <pc:grpChg chg="mod topLvl">
          <ac:chgData name="Eugene Mazarakis" userId="31d2599e8d0b0534" providerId="LiveId" clId="{39D0C806-6880-4C35-8312-65779FBED44B}" dt="2023-09-06T15:22:54.172" v="436" actId="165"/>
          <ac:grpSpMkLst>
            <pc:docMk/>
            <pc:sldMk cId="1463141301" sldId="271"/>
            <ac:grpSpMk id="51" creationId="{9C1447FB-D1A5-496C-851F-FD68F312D5BE}"/>
          </ac:grpSpMkLst>
        </pc:grpChg>
        <pc:grpChg chg="add del mod topLvl">
          <ac:chgData name="Eugene Mazarakis" userId="31d2599e8d0b0534" providerId="LiveId" clId="{39D0C806-6880-4C35-8312-65779FBED44B}" dt="2023-09-06T15:22:54.172" v="436" actId="165"/>
          <ac:grpSpMkLst>
            <pc:docMk/>
            <pc:sldMk cId="1463141301" sldId="271"/>
            <ac:grpSpMk id="55" creationId="{2EB7571E-C701-4350-AE52-89FD72894E49}"/>
          </ac:grpSpMkLst>
        </pc:grpChg>
        <pc:grpChg chg="add del mod topLvl">
          <ac:chgData name="Eugene Mazarakis" userId="31d2599e8d0b0534" providerId="LiveId" clId="{39D0C806-6880-4C35-8312-65779FBED44B}" dt="2023-09-06T15:22:54.172" v="436" actId="165"/>
          <ac:grpSpMkLst>
            <pc:docMk/>
            <pc:sldMk cId="1463141301" sldId="271"/>
            <ac:grpSpMk id="58" creationId="{F08620AB-E1E7-46D9-8C10-7DDCA0E63858}"/>
          </ac:grpSpMkLst>
        </pc:grpChg>
        <pc:picChg chg="mod">
          <ac:chgData name="Eugene Mazarakis" userId="31d2599e8d0b0534" providerId="LiveId" clId="{39D0C806-6880-4C35-8312-65779FBED44B}" dt="2023-09-06T15:23:08.456" v="438" actId="1076"/>
          <ac:picMkLst>
            <pc:docMk/>
            <pc:sldMk cId="1463141301" sldId="271"/>
            <ac:picMk id="44" creationId="{0DDFE956-9399-4950-BD84-6BBA1E42AFE5}"/>
          </ac:picMkLst>
        </pc:picChg>
        <pc:picChg chg="mod">
          <ac:chgData name="Eugene Mazarakis" userId="31d2599e8d0b0534" providerId="LiveId" clId="{39D0C806-6880-4C35-8312-65779FBED44B}" dt="2023-09-06T15:22:54.172" v="436" actId="165"/>
          <ac:picMkLst>
            <pc:docMk/>
            <pc:sldMk cId="1463141301" sldId="271"/>
            <ac:picMk id="48" creationId="{7D051FC1-B418-4EFC-B980-A94DD099DF69}"/>
          </ac:picMkLst>
        </pc:picChg>
        <pc:picChg chg="mod topLvl">
          <ac:chgData name="Eugene Mazarakis" userId="31d2599e8d0b0534" providerId="LiveId" clId="{39D0C806-6880-4C35-8312-65779FBED44B}" dt="2023-09-06T15:22:54.172" v="436" actId="165"/>
          <ac:picMkLst>
            <pc:docMk/>
            <pc:sldMk cId="1463141301" sldId="271"/>
            <ac:picMk id="57" creationId="{C4B477C0-D9E0-4031-BE31-07C9E0FAF0CC}"/>
          </ac:picMkLst>
        </pc:picChg>
        <pc:picChg chg="mod topLvl">
          <ac:chgData name="Eugene Mazarakis" userId="31d2599e8d0b0534" providerId="LiveId" clId="{39D0C806-6880-4C35-8312-65779FBED44B}" dt="2023-09-06T15:22:54.172" v="436" actId="165"/>
          <ac:picMkLst>
            <pc:docMk/>
            <pc:sldMk cId="1463141301" sldId="271"/>
            <ac:picMk id="60" creationId="{F15F1B97-5C13-4DCB-86F9-51FB0E8979B7}"/>
          </ac:picMkLst>
        </pc:picChg>
        <pc:cxnChg chg="mod">
          <ac:chgData name="Eugene Mazarakis" userId="31d2599e8d0b0534" providerId="LiveId" clId="{39D0C806-6880-4C35-8312-65779FBED44B}" dt="2023-09-06T15:19:43.868" v="406" actId="14100"/>
          <ac:cxnSpMkLst>
            <pc:docMk/>
            <pc:sldMk cId="1463141301" sldId="271"/>
            <ac:cxnSpMk id="30" creationId="{53744260-C513-4261-B48B-14ACA3FF516A}"/>
          </ac:cxnSpMkLst>
        </pc:cxnChg>
      </pc:sldChg>
      <pc:sldChg chg="addSp delSp modSp add mod">
        <pc:chgData name="Eugene Mazarakis" userId="31d2599e8d0b0534" providerId="LiveId" clId="{39D0C806-6880-4C35-8312-65779FBED44B}" dt="2023-09-06T15:34:26.373" v="524"/>
        <pc:sldMkLst>
          <pc:docMk/>
          <pc:sldMk cId="2187918799" sldId="272"/>
        </pc:sldMkLst>
        <pc:spChg chg="mod">
          <ac:chgData name="Eugene Mazarakis" userId="31d2599e8d0b0534" providerId="LiveId" clId="{39D0C806-6880-4C35-8312-65779FBED44B}" dt="2023-09-06T15:22:22.087" v="429" actId="1076"/>
          <ac:spMkLst>
            <pc:docMk/>
            <pc:sldMk cId="2187918799" sldId="272"/>
            <ac:spMk id="3" creationId="{FC2AD817-6BA8-35C1-502B-1F25D4A83DF5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5" creationId="{5D6ECC59-1ED0-B88C-A56A-956AF2152C02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6" creationId="{E886F67E-57C7-77FD-F1DC-8F9F2B61A47C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7" creationId="{8B26C68D-0AE2-90B4-87F7-2EF24EA7D2CA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8" creationId="{B6F7808E-5B5A-E34C-EB19-541F83283D12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9" creationId="{BB0BF078-1544-50F5-2DCA-9604785031E2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10" creationId="{3EC68C60-A4F9-339D-1A40-34E2ABC2984D}"/>
          </ac:spMkLst>
        </pc:spChg>
        <pc:spChg chg="mod">
          <ac:chgData name="Eugene Mazarakis" userId="31d2599e8d0b0534" providerId="LiveId" clId="{39D0C806-6880-4C35-8312-65779FBED44B}" dt="2023-09-06T15:18:08.732" v="394" actId="1076"/>
          <ac:spMkLst>
            <pc:docMk/>
            <pc:sldMk cId="2187918799" sldId="272"/>
            <ac:spMk id="12" creationId="{961CE142-602D-41EC-9E57-D70675CE445B}"/>
          </ac:spMkLst>
        </pc:spChg>
        <pc:spChg chg="mod">
          <ac:chgData name="Eugene Mazarakis" userId="31d2599e8d0b0534" providerId="LiveId" clId="{39D0C806-6880-4C35-8312-65779FBED44B}" dt="2023-09-06T15:18:18.009" v="395" actId="1076"/>
          <ac:spMkLst>
            <pc:docMk/>
            <pc:sldMk cId="2187918799" sldId="272"/>
            <ac:spMk id="13" creationId="{17DBC762-820E-4C0B-8DAC-77C20D4A47E5}"/>
          </ac:spMkLst>
        </pc:spChg>
        <pc:spChg chg="mod">
          <ac:chgData name="Eugene Mazarakis" userId="31d2599e8d0b0534" providerId="LiveId" clId="{39D0C806-6880-4C35-8312-65779FBED44B}" dt="2023-09-06T15:18:18.009" v="395" actId="1076"/>
          <ac:spMkLst>
            <pc:docMk/>
            <pc:sldMk cId="2187918799" sldId="272"/>
            <ac:spMk id="14" creationId="{FE198394-A1F5-4EF8-98E1-37604B7BC806}"/>
          </ac:spMkLst>
        </pc:spChg>
        <pc:spChg chg="del mod">
          <ac:chgData name="Eugene Mazarakis" userId="31d2599e8d0b0534" providerId="LiveId" clId="{39D0C806-6880-4C35-8312-65779FBED44B}" dt="2023-09-06T15:22:08.585" v="428" actId="478"/>
          <ac:spMkLst>
            <pc:docMk/>
            <pc:sldMk cId="2187918799" sldId="272"/>
            <ac:spMk id="15" creationId="{933800EE-3C8A-42D8-BA3D-DD624F659A0A}"/>
          </ac:spMkLst>
        </pc:spChg>
        <pc:spChg chg="mod">
          <ac:chgData name="Eugene Mazarakis" userId="31d2599e8d0b0534" providerId="LiveId" clId="{39D0C806-6880-4C35-8312-65779FBED44B}" dt="2023-09-06T15:18:18.009" v="395" actId="1076"/>
          <ac:spMkLst>
            <pc:docMk/>
            <pc:sldMk cId="2187918799" sldId="272"/>
            <ac:spMk id="16" creationId="{9610E30B-D428-4693-87CB-F8F646D3DF63}"/>
          </ac:spMkLst>
        </pc:spChg>
        <pc:spChg chg="mod">
          <ac:chgData name="Eugene Mazarakis" userId="31d2599e8d0b0534" providerId="LiveId" clId="{39D0C806-6880-4C35-8312-65779FBED44B}" dt="2023-09-06T15:18:23.132" v="397" actId="14100"/>
          <ac:spMkLst>
            <pc:docMk/>
            <pc:sldMk cId="2187918799" sldId="272"/>
            <ac:spMk id="17" creationId="{09DD5EB7-C54E-49F9-91B1-647ABEC5D258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18" creationId="{ED834B75-4A35-BB43-0FDC-4E03DF3D9F29}"/>
          </ac:spMkLst>
        </pc:spChg>
        <pc:spChg chg="mod">
          <ac:chgData name="Eugene Mazarakis" userId="31d2599e8d0b0534" providerId="LiveId" clId="{39D0C806-6880-4C35-8312-65779FBED44B}" dt="2023-09-06T15:34:26.373" v="524"/>
          <ac:spMkLst>
            <pc:docMk/>
            <pc:sldMk cId="2187918799" sldId="272"/>
            <ac:spMk id="19" creationId="{BCA46F5B-9EA7-7E90-56BA-F558FAC245A5}"/>
          </ac:spMkLst>
        </pc:spChg>
        <pc:spChg chg="mod">
          <ac:chgData name="Eugene Mazarakis" userId="31d2599e8d0b0534" providerId="LiveId" clId="{39D0C806-6880-4C35-8312-65779FBED44B}" dt="2023-09-06T15:22:05.101" v="426" actId="164"/>
          <ac:spMkLst>
            <pc:docMk/>
            <pc:sldMk cId="2187918799" sldId="272"/>
            <ac:spMk id="34" creationId="{E6E1C2E1-9BDC-46A6-8C0F-4CE11A042D49}"/>
          </ac:spMkLst>
        </pc:spChg>
        <pc:spChg chg="mod">
          <ac:chgData name="Eugene Mazarakis" userId="31d2599e8d0b0534" providerId="LiveId" clId="{39D0C806-6880-4C35-8312-65779FBED44B}" dt="2023-09-06T15:22:05.101" v="426" actId="164"/>
          <ac:spMkLst>
            <pc:docMk/>
            <pc:sldMk cId="2187918799" sldId="272"/>
            <ac:spMk id="36" creationId="{C3894488-59CB-4848-9B3F-F9A362BD1AFA}"/>
          </ac:spMkLst>
        </pc:spChg>
        <pc:spChg chg="mod">
          <ac:chgData name="Eugene Mazarakis" userId="31d2599e8d0b0534" providerId="LiveId" clId="{39D0C806-6880-4C35-8312-65779FBED44B}" dt="2023-09-06T15:22:05.101" v="426" actId="164"/>
          <ac:spMkLst>
            <pc:docMk/>
            <pc:sldMk cId="2187918799" sldId="272"/>
            <ac:spMk id="39" creationId="{B4E548F1-BAAA-4890-AAAB-45F87A3B4D7C}"/>
          </ac:spMkLst>
        </pc:spChg>
        <pc:grpChg chg="add mod">
          <ac:chgData name="Eugene Mazarakis" userId="31d2599e8d0b0534" providerId="LiveId" clId="{39D0C806-6880-4C35-8312-65779FBED44B}" dt="2023-09-06T15:22:22.087" v="429" actId="1076"/>
          <ac:grpSpMkLst>
            <pc:docMk/>
            <pc:sldMk cId="2187918799" sldId="272"/>
            <ac:grpSpMk id="2" creationId="{EEC026CD-31B6-D3DE-EBC2-890813F6CEAD}"/>
          </ac:grpSpMkLst>
        </pc:grpChg>
        <pc:grpChg chg="add mod">
          <ac:chgData name="Eugene Mazarakis" userId="31d2599e8d0b0534" providerId="LiveId" clId="{39D0C806-6880-4C35-8312-65779FBED44B}" dt="2023-09-06T15:34:26.373" v="524"/>
          <ac:grpSpMkLst>
            <pc:docMk/>
            <pc:sldMk cId="2187918799" sldId="272"/>
            <ac:grpSpMk id="4" creationId="{953974CB-3BC9-C2BD-7BA5-083922A69E70}"/>
          </ac:grpSpMkLst>
        </pc:grpChg>
        <pc:grpChg chg="del">
          <ac:chgData name="Eugene Mazarakis" userId="31d2599e8d0b0534" providerId="LiveId" clId="{39D0C806-6880-4C35-8312-65779FBED44B}" dt="2023-09-06T15:34:20.758" v="523" actId="478"/>
          <ac:grpSpMkLst>
            <pc:docMk/>
            <pc:sldMk cId="2187918799" sldId="272"/>
            <ac:grpSpMk id="33" creationId="{C9201FBB-6287-40BA-AF9D-1420CC271DCD}"/>
          </ac:grpSpMkLst>
        </pc:grpChg>
        <pc:grpChg chg="mod">
          <ac:chgData name="Eugene Mazarakis" userId="31d2599e8d0b0534" providerId="LiveId" clId="{39D0C806-6880-4C35-8312-65779FBED44B}" dt="2023-09-06T15:22:22.087" v="429" actId="1076"/>
          <ac:grpSpMkLst>
            <pc:docMk/>
            <pc:sldMk cId="2187918799" sldId="272"/>
            <ac:grpSpMk id="67" creationId="{BDBFBDDC-0742-4BCF-A1FC-5E69D444309A}"/>
          </ac:grpSpMkLst>
        </pc:grpChg>
      </pc:sldChg>
      <pc:sldChg chg="addSp delSp modSp add mod">
        <pc:chgData name="Eugene Mazarakis" userId="31d2599e8d0b0534" providerId="LiveId" clId="{39D0C806-6880-4C35-8312-65779FBED44B}" dt="2023-09-06T15:44:03.812" v="729" actId="164"/>
        <pc:sldMkLst>
          <pc:docMk/>
          <pc:sldMk cId="1508504104" sldId="273"/>
        </pc:sldMkLst>
        <pc:spChg chg="add mod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3" creationId="{DA4072F7-DDB3-FD07-BF8E-3B1F93E5E74A}"/>
          </ac:spMkLst>
        </pc:spChg>
        <pc:spChg chg="mod topLvl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6" creationId="{16EF5824-B04C-AF3C-6EF4-5B392E2DF0DF}"/>
          </ac:spMkLst>
        </pc:spChg>
        <pc:spChg chg="mod topLvl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7" creationId="{C7B7F183-82B8-43F6-DD5B-060B2E447D17}"/>
          </ac:spMkLst>
        </pc:spChg>
        <pc:spChg chg="mod topLvl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8" creationId="{AB3174DE-CC7E-D2E9-7805-D96A58452ECF}"/>
          </ac:spMkLst>
        </pc:spChg>
        <pc:spChg chg="mod topLvl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9" creationId="{ABC813A4-CB44-AE8F-B3DC-FD1B7FC3A074}"/>
          </ac:spMkLst>
        </pc:spChg>
        <pc:spChg chg="mod topLvl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10" creationId="{3073EBBE-E4C6-E6F3-853D-3F0835C45479}"/>
          </ac:spMkLst>
        </pc:spChg>
        <pc:spChg chg="mod">
          <ac:chgData name="Eugene Mazarakis" userId="31d2599e8d0b0534" providerId="LiveId" clId="{39D0C806-6880-4C35-8312-65779FBED44B}" dt="2023-09-06T15:37:37.527" v="584" actId="1076"/>
          <ac:spMkLst>
            <pc:docMk/>
            <pc:sldMk cId="1508504104" sldId="273"/>
            <ac:spMk id="12" creationId="{961CE142-602D-41EC-9E57-D70675CE445B}"/>
          </ac:spMkLst>
        </pc:spChg>
        <pc:spChg chg="mod">
          <ac:chgData name="Eugene Mazarakis" userId="31d2599e8d0b0534" providerId="LiveId" clId="{39D0C806-6880-4C35-8312-65779FBED44B}" dt="2023-09-06T15:37:18.359" v="580" actId="113"/>
          <ac:spMkLst>
            <pc:docMk/>
            <pc:sldMk cId="1508504104" sldId="273"/>
            <ac:spMk id="13" creationId="{17DBC762-820E-4C0B-8DAC-77C20D4A47E5}"/>
          </ac:spMkLst>
        </pc:spChg>
        <pc:spChg chg="mod">
          <ac:chgData name="Eugene Mazarakis" userId="31d2599e8d0b0534" providerId="LiveId" clId="{39D0C806-6880-4C35-8312-65779FBED44B}" dt="2023-09-06T15:40:32.275" v="658" actId="1076"/>
          <ac:spMkLst>
            <pc:docMk/>
            <pc:sldMk cId="1508504104" sldId="273"/>
            <ac:spMk id="14" creationId="{FE198394-A1F5-4EF8-98E1-37604B7BC806}"/>
          </ac:spMkLst>
        </pc:spChg>
        <pc:spChg chg="add del mod">
          <ac:chgData name="Eugene Mazarakis" userId="31d2599e8d0b0534" providerId="LiveId" clId="{39D0C806-6880-4C35-8312-65779FBED44B}" dt="2023-09-06T15:38:26.603" v="593"/>
          <ac:spMkLst>
            <pc:docMk/>
            <pc:sldMk cId="1508504104" sldId="273"/>
            <ac:spMk id="15" creationId="{6131789A-0C4D-4F30-1F5A-0DC96423407B}"/>
          </ac:spMkLst>
        </pc:spChg>
        <pc:spChg chg="mod">
          <ac:chgData name="Eugene Mazarakis" userId="31d2599e8d0b0534" providerId="LiveId" clId="{39D0C806-6880-4C35-8312-65779FBED44B}" dt="2023-09-06T15:40:28.268" v="657" actId="1076"/>
          <ac:spMkLst>
            <pc:docMk/>
            <pc:sldMk cId="1508504104" sldId="273"/>
            <ac:spMk id="16" creationId="{9610E30B-D428-4693-87CB-F8F646D3DF63}"/>
          </ac:spMkLst>
        </pc:spChg>
        <pc:spChg chg="del">
          <ac:chgData name="Eugene Mazarakis" userId="31d2599e8d0b0534" providerId="LiveId" clId="{39D0C806-6880-4C35-8312-65779FBED44B}" dt="2023-09-06T15:37:33.296" v="583" actId="478"/>
          <ac:spMkLst>
            <pc:docMk/>
            <pc:sldMk cId="1508504104" sldId="273"/>
            <ac:spMk id="17" creationId="{09DD5EB7-C54E-49F9-91B1-647ABEC5D258}"/>
          </ac:spMkLst>
        </pc:spChg>
        <pc:spChg chg="mod topLvl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18" creationId="{6809903C-61C6-5F37-A4DC-E967D21991A7}"/>
          </ac:spMkLst>
        </pc:spChg>
        <pc:spChg chg="del mod topLvl">
          <ac:chgData name="Eugene Mazarakis" userId="31d2599e8d0b0534" providerId="LiveId" clId="{39D0C806-6880-4C35-8312-65779FBED44B}" dt="2023-09-06T15:38:22.022" v="591" actId="478"/>
          <ac:spMkLst>
            <pc:docMk/>
            <pc:sldMk cId="1508504104" sldId="273"/>
            <ac:spMk id="19" creationId="{A6B4DCC9-9D7D-E879-7791-463C0AD24D89}"/>
          </ac:spMkLst>
        </pc:spChg>
        <pc:spChg chg="add mod">
          <ac:chgData name="Eugene Mazarakis" userId="31d2599e8d0b0534" providerId="LiveId" clId="{39D0C806-6880-4C35-8312-65779FBED44B}" dt="2023-09-06T15:39:13.638" v="656" actId="164"/>
          <ac:spMkLst>
            <pc:docMk/>
            <pc:sldMk cId="1508504104" sldId="273"/>
            <ac:spMk id="20" creationId="{0FFE7BD9-61B5-F550-C4B4-839794E5CFF9}"/>
          </ac:spMkLst>
        </pc:spChg>
        <pc:spChg chg="del mod topLvl">
          <ac:chgData name="Eugene Mazarakis" userId="31d2599e8d0b0534" providerId="LiveId" clId="{39D0C806-6880-4C35-8312-65779FBED44B}" dt="2023-09-06T15:38:11.649" v="588" actId="478"/>
          <ac:spMkLst>
            <pc:docMk/>
            <pc:sldMk cId="1508504104" sldId="273"/>
            <ac:spMk id="22" creationId="{A7007D2D-2F65-3ED4-AF42-722AF6B1B19F}"/>
          </ac:spMkLst>
        </pc:spChg>
        <pc:spChg chg="add mod">
          <ac:chgData name="Eugene Mazarakis" userId="31d2599e8d0b0534" providerId="LiveId" clId="{39D0C806-6880-4C35-8312-65779FBED44B}" dt="2023-09-06T15:44:03.812" v="729" actId="164"/>
          <ac:spMkLst>
            <pc:docMk/>
            <pc:sldMk cId="1508504104" sldId="273"/>
            <ac:spMk id="23" creationId="{0248287B-99E8-B02B-B39E-79FEF15B3916}"/>
          </ac:spMkLst>
        </pc:spChg>
        <pc:spChg chg="add del mod">
          <ac:chgData name="Eugene Mazarakis" userId="31d2599e8d0b0534" providerId="LiveId" clId="{39D0C806-6880-4C35-8312-65779FBED44B}" dt="2023-09-06T15:42:44.578" v="712" actId="478"/>
          <ac:spMkLst>
            <pc:docMk/>
            <pc:sldMk cId="1508504104" sldId="273"/>
            <ac:spMk id="24" creationId="{406D02DE-C00A-E565-4FF1-32C285344211}"/>
          </ac:spMkLst>
        </pc:spChg>
        <pc:spChg chg="mod">
          <ac:chgData name="Eugene Mazarakis" userId="31d2599e8d0b0534" providerId="LiveId" clId="{39D0C806-6880-4C35-8312-65779FBED44B}" dt="2023-09-06T15:40:36.962" v="659" actId="20577"/>
          <ac:spMkLst>
            <pc:docMk/>
            <pc:sldMk cId="1508504104" sldId="273"/>
            <ac:spMk id="34" creationId="{E6E1C2E1-9BDC-46A6-8C0F-4CE11A042D49}"/>
          </ac:spMkLst>
        </pc:spChg>
        <pc:grpChg chg="del">
          <ac:chgData name="Eugene Mazarakis" userId="31d2599e8d0b0534" providerId="LiveId" clId="{39D0C806-6880-4C35-8312-65779FBED44B}" dt="2023-09-06T15:40:39.787" v="661" actId="478"/>
          <ac:grpSpMkLst>
            <pc:docMk/>
            <pc:sldMk cId="1508504104" sldId="273"/>
            <ac:grpSpMk id="2" creationId="{C281903C-8FDE-4BD6-AD60-9314D7A89B13}"/>
          </ac:grpSpMkLst>
        </pc:grpChg>
        <pc:grpChg chg="del">
          <ac:chgData name="Eugene Mazarakis" userId="31d2599e8d0b0534" providerId="LiveId" clId="{39D0C806-6880-4C35-8312-65779FBED44B}" dt="2023-09-06T15:40:37.927" v="660" actId="478"/>
          <ac:grpSpMkLst>
            <pc:docMk/>
            <pc:sldMk cId="1508504104" sldId="273"/>
            <ac:grpSpMk id="4" creationId="{29C851A4-DA9A-4C89-3FE8-6E4A9A68F7D4}"/>
          </ac:grpSpMkLst>
        </pc:grpChg>
        <pc:grpChg chg="del">
          <ac:chgData name="Eugene Mazarakis" userId="31d2599e8d0b0534" providerId="LiveId" clId="{39D0C806-6880-4C35-8312-65779FBED44B}" dt="2023-09-06T15:37:42.058" v="585" actId="165"/>
          <ac:grpSpMkLst>
            <pc:docMk/>
            <pc:sldMk cId="1508504104" sldId="273"/>
            <ac:grpSpMk id="5" creationId="{B96794FF-049E-3E27-ADA3-AEF342AEC597}"/>
          </ac:grpSpMkLst>
        </pc:grpChg>
        <pc:grpChg chg="add mod">
          <ac:chgData name="Eugene Mazarakis" userId="31d2599e8d0b0534" providerId="LiveId" clId="{39D0C806-6880-4C35-8312-65779FBED44B}" dt="2023-09-06T15:43:57.099" v="728" actId="1076"/>
          <ac:grpSpMkLst>
            <pc:docMk/>
            <pc:sldMk cId="1508504104" sldId="273"/>
            <ac:grpSpMk id="21" creationId="{E28B8EC9-5365-0903-3A97-65382B3DD55A}"/>
          </ac:grpSpMkLst>
        </pc:grpChg>
        <pc:grpChg chg="add mod">
          <ac:chgData name="Eugene Mazarakis" userId="31d2599e8d0b0534" providerId="LiveId" clId="{39D0C806-6880-4C35-8312-65779FBED44B}" dt="2023-09-06T15:44:03.812" v="729" actId="164"/>
          <ac:grpSpMkLst>
            <pc:docMk/>
            <pc:sldMk cId="1508504104" sldId="273"/>
            <ac:grpSpMk id="27" creationId="{11325E3B-3566-BD6E-5E00-337C8B5D3D64}"/>
          </ac:grpSpMkLst>
        </pc:grpChg>
        <pc:picChg chg="add mod">
          <ac:chgData name="Eugene Mazarakis" userId="31d2599e8d0b0534" providerId="LiveId" clId="{39D0C806-6880-4C35-8312-65779FBED44B}" dt="2023-09-06T15:44:03.812" v="729" actId="164"/>
          <ac:picMkLst>
            <pc:docMk/>
            <pc:sldMk cId="1508504104" sldId="273"/>
            <ac:picMk id="26" creationId="{7B1EC971-3117-8BC1-C25F-8833FE696F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6DA1-7A62-4378-AABE-28755B51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259F5-396F-4690-854A-C8C3DD391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6CB9F-A67A-4C0A-BB60-1936AA0F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BE5AD-F60E-4565-8177-B83BC343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999DC-3E80-4871-84C2-8451F323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3359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A2B7-6BFE-43FC-AB77-3ED5812C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A756-E09F-44C4-9EC2-0AB357FF0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F84CD-6D7C-4501-921B-FEDAE5C1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DDFAA-7BD4-466B-98A7-2143BCCC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193AC-0A17-4AD9-96DA-90B9A29F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9337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60FF-B337-4F8E-9330-A3A7BA6C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9B0C0-70EA-41B9-8AAA-94E0B3BD0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4593-9BFC-473F-B917-57EE4CBD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96018-7134-45B7-AA54-1F4E9ABC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2488F-CF93-42BF-B3BF-8DA35FF0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273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ECC5-C340-494E-ACB3-35907960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F15B-FF4E-4594-B5D2-C2636D7F4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F4533-345D-457C-9594-82F20C14B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5AB26-3EAF-4409-B6E1-88AB6896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1B9F-54B2-4D4B-A2DD-162E2D14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0136E-B48E-44B6-B303-8BE84FBC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60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432E-E632-4929-8E23-7B4C2EE8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F1892-1B2C-4D17-8F77-551520403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7F62-966D-448F-A617-869102E96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46CD9-E965-47A1-B006-19D9EF0F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42559-B8F8-48B4-B46F-EED42A8C8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95E6F-0975-4787-B54B-3F63949CA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9EADB-ED71-4125-B259-F941412F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67892-4FB8-45FE-A339-D711D7F6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087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D312-D947-4D9B-9234-9A6DD8E8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090D9-CF07-4057-AD04-C4C7FAB2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EB41C-0436-4D80-A609-43DD5EB3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C89E3-29FE-47D1-B018-C789C3EE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0035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CE4A3-2AA4-4CEC-B598-A37903DC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1DC14-F0AD-484D-86B0-622118EA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31EE5-0048-4A49-93F3-A85F2A48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26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A8D9-EDB0-461F-B4C0-11B14430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0547B-56E9-4822-BD05-FAC83411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9E178-6820-4194-A070-68DF8E733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335F9-0A1D-4207-B08A-D4F4B54E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C14C9-F366-44C5-9C4B-C41632A4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63D04-7204-4EC9-823A-3509457A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3921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6A42-80C0-474C-93DB-F23635CF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05551-BC51-42FB-BA10-78C2F5124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55DC5-D8B8-4799-9758-5AB331073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78DFB-AD8E-4B14-9C23-270458AC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69A85-E46D-482E-BD08-E892AF24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A3971-929C-434C-AEC7-40D9F2EC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550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C698-63F0-48BB-901A-E9FEF397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F003A-6B06-4355-B09F-6FBD0C24F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F16BC-9C05-4ABE-9155-E3DE9CDA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32D65-927F-40E4-9995-CB65554A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F72F8-4F0E-4637-9700-0DE598B8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7798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3A313-6B95-4917-B430-5A456E037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96CA3-BEA5-45B9-BA7D-222E35DB6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7F4D3-64EE-4708-BF88-859A2B4B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15CBB-9AAF-4AE1-ADDB-5B625895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A75FF-A56B-4166-839A-3FFD01190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3776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0D8EB-D82A-4AE4-8587-5316F69E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65ADD-3EB3-451D-ADB4-C8A230AE0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C2CCE-2030-4F5E-A837-7EF9EAE40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88985-CEA4-4999-8190-9D726FCDF4BB}" type="datetimeFigureOut">
              <a:rPr lang="el-GR" smtClean="0"/>
              <a:t>22/8/2024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3DD76-D26D-4E74-BBC9-257A11047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4712A-0C4F-4E4F-9561-A4E9793BC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DEC70-D599-4168-ADC2-F0A6CEF374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93956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di.uoa.gr/cs" TargetMode="External"/><Relationship Id="rId5" Type="http://schemas.openxmlformats.org/officeDocument/2006/relationships/hyperlink" Target="https://www.di.uoa.gr/" TargetMode="External"/><Relationship Id="rId4" Type="http://schemas.openxmlformats.org/officeDocument/2006/relationships/hyperlink" Target="https://www.arsakeio.gr/gr/psychic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D839B9A-9C89-42C3-B5E2-E831332CD397}"/>
              </a:ext>
            </a:extLst>
          </p:cNvPr>
          <p:cNvGrpSpPr/>
          <p:nvPr/>
        </p:nvGrpSpPr>
        <p:grpSpPr>
          <a:xfrm>
            <a:off x="7330741" y="61741"/>
            <a:ext cx="4635315" cy="6632508"/>
            <a:chOff x="7330741" y="61741"/>
            <a:chExt cx="4635315" cy="6632508"/>
          </a:xfrm>
        </p:grpSpPr>
        <p:pic>
          <p:nvPicPr>
            <p:cNvPr id="3" name="Picture 2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EB22B1D5-0840-4A4C-859A-C28FC0786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784" r="8004"/>
            <a:stretch/>
          </p:blipFill>
          <p:spPr>
            <a:xfrm>
              <a:off x="7330741" y="61741"/>
              <a:ext cx="4635315" cy="620162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285868-8E4A-4900-B23B-432BDFB06D1B}"/>
                </a:ext>
              </a:extLst>
            </p:cNvPr>
            <p:cNvSpPr txBox="1"/>
            <p:nvPr/>
          </p:nvSpPr>
          <p:spPr>
            <a:xfrm>
              <a:off x="8413419" y="6263362"/>
              <a:ext cx="24699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Untitled (Blue divided by blue)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1966   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Mark Rothko 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(American, 1903–1970)</a:t>
              </a:r>
              <a:endParaRPr lang="el-GR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5608F183-7E14-4A9E-9F92-E40204C8709C}"/>
              </a:ext>
            </a:extLst>
          </p:cNvPr>
          <p:cNvSpPr txBox="1">
            <a:spLocks/>
          </p:cNvSpPr>
          <p:nvPr/>
        </p:nvSpPr>
        <p:spPr>
          <a:xfrm>
            <a:off x="632899" y="803797"/>
            <a:ext cx="6253317" cy="328155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r>
              <a:rPr lang="en-US" sz="8000" dirty="0">
                <a:latin typeface="Bookman Old Style" panose="02050604050505020204" pitchFamily="18" charset="0"/>
              </a:rPr>
              <a:t>CV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AB18AC-F5DE-4E23-9110-D0D6F591EBDD}"/>
              </a:ext>
            </a:extLst>
          </p:cNvPr>
          <p:cNvSpPr txBox="1">
            <a:spLocks/>
          </p:cNvSpPr>
          <p:nvPr/>
        </p:nvSpPr>
        <p:spPr>
          <a:xfrm>
            <a:off x="632900" y="4373974"/>
            <a:ext cx="5986014" cy="87753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EVGENIOS</a:t>
            </a:r>
            <a:r>
              <a:rPr lang="el-GR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 Ν.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 MAZARAKIS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Data Analyst / Data Engineer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025C8-8970-4BE4-9EFD-140B0F12B8BA}"/>
              </a:ext>
            </a:extLst>
          </p:cNvPr>
          <p:cNvCxnSpPr>
            <a:cxnSpLocks/>
          </p:cNvCxnSpPr>
          <p:nvPr/>
        </p:nvCxnSpPr>
        <p:spPr>
          <a:xfrm>
            <a:off x="750594" y="4094401"/>
            <a:ext cx="55053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68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FB57-2B4F-481A-AD90-F0A1221F5C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205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  </a:t>
            </a:r>
            <a:br>
              <a:rPr lang="en-US"/>
            </a:br>
            <a:r>
              <a:rPr lang="en-US"/>
              <a:t>  </a:t>
            </a:r>
            <a:endParaRPr lang="el-G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6568A5-6590-47FD-97D5-3C4014400E7D}"/>
              </a:ext>
            </a:extLst>
          </p:cNvPr>
          <p:cNvGrpSpPr/>
          <p:nvPr/>
        </p:nvGrpSpPr>
        <p:grpSpPr>
          <a:xfrm>
            <a:off x="4053426" y="210304"/>
            <a:ext cx="2985402" cy="1199961"/>
            <a:chOff x="4166836" y="662294"/>
            <a:chExt cx="2985402" cy="119996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A1DEA59-A0EC-4F6D-97CC-CDDDBB4AE89D}"/>
                </a:ext>
              </a:extLst>
            </p:cNvPr>
            <p:cNvSpPr/>
            <p:nvPr/>
          </p:nvSpPr>
          <p:spPr>
            <a:xfrm>
              <a:off x="4244568" y="1006391"/>
              <a:ext cx="2664000" cy="468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AEK@21</a:t>
              </a:r>
              <a:endParaRPr lang="el-GR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65F7F9-98BF-4C76-87CE-1A947F81C016}"/>
                </a:ext>
              </a:extLst>
            </p:cNvPr>
            <p:cNvSpPr txBox="1"/>
            <p:nvPr/>
          </p:nvSpPr>
          <p:spPr>
            <a:xfrm>
              <a:off x="4166836" y="662294"/>
              <a:ext cx="2208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Password</a:t>
              </a:r>
              <a:endParaRPr lang="el-GR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924F91-49FA-474F-B270-05204529A3F0}"/>
                </a:ext>
              </a:extLst>
            </p:cNvPr>
            <p:cNvSpPr txBox="1"/>
            <p:nvPr/>
          </p:nvSpPr>
          <p:spPr>
            <a:xfrm>
              <a:off x="4166836" y="1516006"/>
              <a:ext cx="298540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50" dirty="0">
                  <a:solidFill>
                    <a:schemeClr val="bg1">
                      <a:lumMod val="75000"/>
                    </a:schemeClr>
                  </a:solidFill>
                </a:rPr>
                <a:t>Forgot your password?</a:t>
              </a:r>
              <a:endParaRPr lang="el-GR" sz="165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5B3C8-35D3-4FB2-BEED-AEE776674B78}"/>
              </a:ext>
            </a:extLst>
          </p:cNvPr>
          <p:cNvGrpSpPr/>
          <p:nvPr/>
        </p:nvGrpSpPr>
        <p:grpSpPr>
          <a:xfrm>
            <a:off x="793063" y="211379"/>
            <a:ext cx="3037338" cy="1197810"/>
            <a:chOff x="1167895" y="662294"/>
            <a:chExt cx="3037338" cy="119781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F96E495-0F27-42DB-BD72-555D383A78EA}"/>
                </a:ext>
              </a:extLst>
            </p:cNvPr>
            <p:cNvSpPr/>
            <p:nvPr/>
          </p:nvSpPr>
          <p:spPr>
            <a:xfrm>
              <a:off x="1258430" y="1009760"/>
              <a:ext cx="2663999" cy="468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 mazarakiseug@gmail.com</a:t>
              </a:r>
              <a:endParaRPr lang="el-GR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FD896B-4D28-4F55-8836-4B66EA175824}"/>
                </a:ext>
              </a:extLst>
            </p:cNvPr>
            <p:cNvSpPr txBox="1"/>
            <p:nvPr/>
          </p:nvSpPr>
          <p:spPr>
            <a:xfrm>
              <a:off x="1167895" y="662294"/>
              <a:ext cx="2208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Email or Phone</a:t>
              </a:r>
              <a:endParaRPr lang="el-GR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509D4E-842C-434F-8613-8E177011AF91}"/>
                </a:ext>
              </a:extLst>
            </p:cNvPr>
            <p:cNvGrpSpPr/>
            <p:nvPr/>
          </p:nvGrpSpPr>
          <p:grpSpPr>
            <a:xfrm>
              <a:off x="1258430" y="1513855"/>
              <a:ext cx="2946803" cy="346249"/>
              <a:chOff x="1297028" y="1502938"/>
              <a:chExt cx="2946803" cy="34624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D195D0-0F10-45C0-AC81-B42234F3774A}"/>
                  </a:ext>
                </a:extLst>
              </p:cNvPr>
              <p:cNvSpPr txBox="1"/>
              <p:nvPr/>
            </p:nvSpPr>
            <p:spPr>
              <a:xfrm>
                <a:off x="1579832" y="1502938"/>
                <a:ext cx="2663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50" dirty="0">
                    <a:solidFill>
                      <a:schemeClr val="bg1">
                        <a:lumMod val="75000"/>
                      </a:schemeClr>
                    </a:solidFill>
                  </a:rPr>
                  <a:t>Keep me logged in</a:t>
                </a:r>
                <a:endParaRPr lang="el-GR" sz="165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89BF50B-127F-414E-9F3A-551D2AEF3EFF}"/>
                  </a:ext>
                </a:extLst>
              </p:cNvPr>
              <p:cNvGrpSpPr/>
              <p:nvPr/>
            </p:nvGrpSpPr>
            <p:grpSpPr>
              <a:xfrm>
                <a:off x="1297028" y="1560623"/>
                <a:ext cx="282804" cy="225115"/>
                <a:chOff x="8960129" y="4469562"/>
                <a:chExt cx="282804" cy="225115"/>
              </a:xfrm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092789F-5195-4884-AE34-CAC4A3FACDFB}"/>
                    </a:ext>
                  </a:extLst>
                </p:cNvPr>
                <p:cNvSpPr/>
                <p:nvPr/>
              </p:nvSpPr>
              <p:spPr>
                <a:xfrm>
                  <a:off x="8960129" y="4469562"/>
                  <a:ext cx="282804" cy="22511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 dirty="0">
                    <a:highlight>
                      <a:srgbClr val="FFFF00"/>
                    </a:highlight>
                  </a:endParaRPr>
                </a:p>
              </p:txBody>
            </p:sp>
            <p:pic>
              <p:nvPicPr>
                <p:cNvPr id="12" name="Graphic 11" descr="Checkmark">
                  <a:extLst>
                    <a:ext uri="{FF2B5EF4-FFF2-40B4-BE49-F238E27FC236}">
                      <a16:creationId xmlns:a16="http://schemas.microsoft.com/office/drawing/2014/main" id="{C7133424-FD53-4029-91E5-F015164F0C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93531" y="4478677"/>
                  <a:ext cx="216000" cy="216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256AF72-74A9-4494-B3C6-DC56AE1589A0}"/>
              </a:ext>
            </a:extLst>
          </p:cNvPr>
          <p:cNvSpPr txBox="1"/>
          <p:nvPr/>
        </p:nvSpPr>
        <p:spPr>
          <a:xfrm>
            <a:off x="10370" y="1611616"/>
            <a:ext cx="12181630" cy="52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l-GR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4CF80DB-36EC-4174-B46D-67C9F656EBC9}"/>
              </a:ext>
            </a:extLst>
          </p:cNvPr>
          <p:cNvSpPr/>
          <p:nvPr/>
        </p:nvSpPr>
        <p:spPr>
          <a:xfrm>
            <a:off x="710080" y="2506790"/>
            <a:ext cx="2661734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First Name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Eugene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2A6C8F2-C34C-44F7-9719-743F16D8F92B}"/>
              </a:ext>
            </a:extLst>
          </p:cNvPr>
          <p:cNvSpPr/>
          <p:nvPr/>
        </p:nvSpPr>
        <p:spPr>
          <a:xfrm>
            <a:off x="5431231" y="2534104"/>
            <a:ext cx="2661734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Last Name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Mazarakis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B593ACD-52DC-4495-BB81-A69654F80E69}"/>
              </a:ext>
            </a:extLst>
          </p:cNvPr>
          <p:cNvSpPr/>
          <p:nvPr/>
        </p:nvSpPr>
        <p:spPr>
          <a:xfrm>
            <a:off x="710080" y="3206225"/>
            <a:ext cx="2661734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Status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en-US" dirty="0"/>
              <a:t>Single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FDF930-10D6-477D-97AD-D3301E12716D}"/>
              </a:ext>
            </a:extLst>
          </p:cNvPr>
          <p:cNvSpPr/>
          <p:nvPr/>
        </p:nvSpPr>
        <p:spPr>
          <a:xfrm>
            <a:off x="5431231" y="3250758"/>
            <a:ext cx="2661734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en-US" dirty="0"/>
              <a:t>34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2EA304-2F35-4E7F-8FBA-6280D458A11F}"/>
              </a:ext>
            </a:extLst>
          </p:cNvPr>
          <p:cNvSpPr/>
          <p:nvPr/>
        </p:nvSpPr>
        <p:spPr>
          <a:xfrm>
            <a:off x="710080" y="3905659"/>
            <a:ext cx="7382886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School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en-US" dirty="0" err="1">
                <a:hlinkClick r:id="rId4"/>
              </a:rPr>
              <a:t>Arsakeio</a:t>
            </a:r>
            <a:r>
              <a:rPr lang="en-US" dirty="0">
                <a:hlinkClick r:id="rId4"/>
              </a:rPr>
              <a:t> </a:t>
            </a:r>
            <a:r>
              <a:rPr lang="en-US" dirty="0" err="1">
                <a:hlinkClick r:id="rId4"/>
              </a:rPr>
              <a:t>Psychiko</a:t>
            </a:r>
            <a:r>
              <a:rPr lang="en-US" dirty="0">
                <a:hlinkClick r:id="rId4"/>
              </a:rPr>
              <a:t> School</a:t>
            </a:r>
            <a:r>
              <a:rPr lang="el-GR" dirty="0"/>
              <a:t> </a:t>
            </a:r>
            <a:r>
              <a:rPr lang="en-US" dirty="0"/>
              <a:t> </a:t>
            </a:r>
            <a:r>
              <a:rPr lang="el-GR" dirty="0"/>
              <a:t>95 – 08 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E19C5D-DCF2-4600-8B60-CC8C51458505}"/>
              </a:ext>
            </a:extLst>
          </p:cNvPr>
          <p:cNvSpPr/>
          <p:nvPr/>
        </p:nvSpPr>
        <p:spPr>
          <a:xfrm>
            <a:off x="646708" y="1756343"/>
            <a:ext cx="2725052" cy="65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Sign Up</a:t>
            </a:r>
            <a:endParaRPr lang="el-GR" sz="3600" dirty="0">
              <a:latin typeface="Arial Black" panose="020B0A040201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4C00F45-DD44-434C-A405-1F41A9135E9A}"/>
              </a:ext>
            </a:extLst>
          </p:cNvPr>
          <p:cNvSpPr/>
          <p:nvPr/>
        </p:nvSpPr>
        <p:spPr>
          <a:xfrm>
            <a:off x="710080" y="4605094"/>
            <a:ext cx="7382886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BSc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hlinkClick r:id="rId5"/>
              </a:rPr>
              <a:t>Department of Informatics &amp; Telecommunications</a:t>
            </a:r>
            <a:r>
              <a:rPr lang="en-US" dirty="0"/>
              <a:t> , 08</a:t>
            </a:r>
            <a:r>
              <a:rPr lang="el-GR" dirty="0"/>
              <a:t> </a:t>
            </a:r>
            <a:r>
              <a:rPr lang="en-US" dirty="0"/>
              <a:t>–</a:t>
            </a:r>
            <a:r>
              <a:rPr lang="el-GR" dirty="0"/>
              <a:t> </a:t>
            </a:r>
            <a:r>
              <a:rPr lang="en-US" dirty="0"/>
              <a:t>15 | GPA: 7.66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CB39220-A951-493C-A752-D2A28BE26599}"/>
              </a:ext>
            </a:extLst>
          </p:cNvPr>
          <p:cNvSpPr/>
          <p:nvPr/>
        </p:nvSpPr>
        <p:spPr>
          <a:xfrm>
            <a:off x="710079" y="5304528"/>
            <a:ext cx="7382886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MSc</a:t>
            </a:r>
            <a:r>
              <a:rPr lang="el-GR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en-US" dirty="0">
                <a:hlinkClick r:id="rId6"/>
              </a:rPr>
              <a:t>M.Sc. in Computer Science</a:t>
            </a:r>
            <a:r>
              <a:rPr lang="en-US" dirty="0"/>
              <a:t> ,  15 – </a:t>
            </a:r>
            <a:r>
              <a:rPr lang="el-GR" dirty="0"/>
              <a:t>24</a:t>
            </a:r>
            <a:r>
              <a:rPr lang="en-US" dirty="0"/>
              <a:t> | GPA: 8.10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37" name="Action Button: Blank 3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DF47662-5435-48B7-934D-DBA53271FAA3}"/>
              </a:ext>
            </a:extLst>
          </p:cNvPr>
          <p:cNvSpPr/>
          <p:nvPr/>
        </p:nvSpPr>
        <p:spPr>
          <a:xfrm>
            <a:off x="5567880" y="6098819"/>
            <a:ext cx="1610241" cy="522104"/>
          </a:xfrm>
          <a:prstGeom prst="actionButtonBlank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052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B91DD4-9664-4B51-8E40-A659C33146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205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CE142-602D-41EC-9E57-D70675CE445B}"/>
              </a:ext>
            </a:extLst>
          </p:cNvPr>
          <p:cNvSpPr txBox="1"/>
          <p:nvPr/>
        </p:nvSpPr>
        <p:spPr>
          <a:xfrm>
            <a:off x="4485881" y="1662430"/>
            <a:ext cx="1656784" cy="38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</a:t>
            </a:r>
            <a:endParaRPr lang="el-G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DBC762-820E-4C0B-8DAC-77C20D4A47E5}"/>
              </a:ext>
            </a:extLst>
          </p:cNvPr>
          <p:cNvSpPr/>
          <p:nvPr/>
        </p:nvSpPr>
        <p:spPr>
          <a:xfrm>
            <a:off x="4481916" y="2084536"/>
            <a:ext cx="7324250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Company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WIND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ΕΛΛΑΣ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Τηλεπικοινωνίες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198394-A1F5-4EF8-98E1-37604B7BC806}"/>
              </a:ext>
            </a:extLst>
          </p:cNvPr>
          <p:cNvSpPr/>
          <p:nvPr/>
        </p:nvSpPr>
        <p:spPr>
          <a:xfrm>
            <a:off x="4481906" y="2672760"/>
            <a:ext cx="7324243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Title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Operator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10E30B-D428-4693-87CB-F8F646D3DF63}"/>
              </a:ext>
            </a:extLst>
          </p:cNvPr>
          <p:cNvSpPr/>
          <p:nvPr/>
        </p:nvSpPr>
        <p:spPr>
          <a:xfrm>
            <a:off x="4481916" y="3233538"/>
            <a:ext cx="7324239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Location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Athens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106 Athens Avenue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D5EB7-C54E-49F9-91B1-647ABEC5D258}"/>
              </a:ext>
            </a:extLst>
          </p:cNvPr>
          <p:cNvSpPr/>
          <p:nvPr/>
        </p:nvSpPr>
        <p:spPr>
          <a:xfrm>
            <a:off x="4481916" y="3808039"/>
            <a:ext cx="7324233" cy="1624627"/>
          </a:xfrm>
          <a:prstGeom prst="roundRect">
            <a:avLst>
              <a:gd name="adj" fmla="val 7161"/>
            </a:avLst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Job Description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24/7 operation support on high availability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PL/SQL coding for maintenance procedures.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Service desk delivery for more than 100 IT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24/7 technical support on different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Address customer issues promptly and accurately within the defined schedules and service level agreements.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4F8A2-F0B8-455B-A995-31590EFB239C}"/>
              </a:ext>
            </a:extLst>
          </p:cNvPr>
          <p:cNvSpPr txBox="1"/>
          <p:nvPr/>
        </p:nvSpPr>
        <p:spPr>
          <a:xfrm>
            <a:off x="492724" y="1760657"/>
            <a:ext cx="209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About</a:t>
            </a:r>
            <a:endParaRPr lang="el-GR" sz="24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744260-C513-4261-B48B-14ACA3FF516A}"/>
              </a:ext>
            </a:extLst>
          </p:cNvPr>
          <p:cNvCxnSpPr>
            <a:cxnSpLocks/>
          </p:cNvCxnSpPr>
          <p:nvPr/>
        </p:nvCxnSpPr>
        <p:spPr>
          <a:xfrm>
            <a:off x="4100660" y="1760657"/>
            <a:ext cx="0" cy="50621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4F7E7CF-0D11-8453-4E44-87D0DB14E75E}"/>
              </a:ext>
            </a:extLst>
          </p:cNvPr>
          <p:cNvGrpSpPr/>
          <p:nvPr/>
        </p:nvGrpSpPr>
        <p:grpSpPr>
          <a:xfrm>
            <a:off x="4330814" y="5694739"/>
            <a:ext cx="3353309" cy="584977"/>
            <a:chOff x="4330814" y="5694739"/>
            <a:chExt cx="3353309" cy="58497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6E1C2E1-9BDC-46A6-8C0F-4CE11A042D49}"/>
                </a:ext>
              </a:extLst>
            </p:cNvPr>
            <p:cNvSpPr txBox="1"/>
            <p:nvPr/>
          </p:nvSpPr>
          <p:spPr>
            <a:xfrm>
              <a:off x="4330814" y="5694739"/>
              <a:ext cx="2499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Time Period</a:t>
              </a:r>
              <a:endParaRPr lang="el-GR" sz="140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3894488-59CB-4848-9B3F-F9A362BD1AFA}"/>
                </a:ext>
              </a:extLst>
            </p:cNvPr>
            <p:cNvSpPr/>
            <p:nvPr/>
          </p:nvSpPr>
          <p:spPr>
            <a:xfrm>
              <a:off x="4427891" y="6002516"/>
              <a:ext cx="282804" cy="2772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>
                <a:highlight>
                  <a:srgbClr val="FFFF00"/>
                </a:highlight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E548F1-BAAA-4890-AAAB-45F87A3B4D7C}"/>
                </a:ext>
              </a:extLst>
            </p:cNvPr>
            <p:cNvSpPr txBox="1"/>
            <p:nvPr/>
          </p:nvSpPr>
          <p:spPr>
            <a:xfrm>
              <a:off x="4732340" y="6002616"/>
              <a:ext cx="29517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 currently work here</a:t>
              </a:r>
              <a:endParaRPr lang="el-GR" sz="12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DBFBDDC-0742-4BCF-A1FC-5E69D444309A}"/>
              </a:ext>
            </a:extLst>
          </p:cNvPr>
          <p:cNvGrpSpPr/>
          <p:nvPr/>
        </p:nvGrpSpPr>
        <p:grpSpPr>
          <a:xfrm>
            <a:off x="4929120" y="6353065"/>
            <a:ext cx="6629613" cy="370800"/>
            <a:chOff x="4553179" y="6333167"/>
            <a:chExt cx="6629613" cy="3708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082607C-DCEA-47CF-8C57-653235C474EE}"/>
                </a:ext>
              </a:extLst>
            </p:cNvPr>
            <p:cNvGrpSpPr/>
            <p:nvPr/>
          </p:nvGrpSpPr>
          <p:grpSpPr>
            <a:xfrm>
              <a:off x="4553179" y="6333167"/>
              <a:ext cx="906062" cy="370800"/>
              <a:chOff x="4553179" y="6347279"/>
              <a:chExt cx="906062" cy="370800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84AE6EDC-CD93-4024-8939-64827D6FFF4A}"/>
                  </a:ext>
                </a:extLst>
              </p:cNvPr>
              <p:cNvSpPr/>
              <p:nvPr/>
            </p:nvSpPr>
            <p:spPr>
              <a:xfrm>
                <a:off x="4553179" y="6347279"/>
                <a:ext cx="90606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2017</a:t>
                </a:r>
              </a:p>
            </p:txBody>
          </p:sp>
          <p:pic>
            <p:nvPicPr>
              <p:cNvPr id="42" name="Graphic 41" descr="Play">
                <a:extLst>
                  <a:ext uri="{FF2B5EF4-FFF2-40B4-BE49-F238E27FC236}">
                    <a16:creationId xmlns:a16="http://schemas.microsoft.com/office/drawing/2014/main" id="{E49DEC3C-C6C2-4DFF-A945-FC282AC8E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193413" y="6460679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5EC8DA-0344-4A51-870D-D1A8198CCB33}"/>
                </a:ext>
              </a:extLst>
            </p:cNvPr>
            <p:cNvGrpSpPr/>
            <p:nvPr/>
          </p:nvGrpSpPr>
          <p:grpSpPr>
            <a:xfrm>
              <a:off x="5558478" y="6333167"/>
              <a:ext cx="1240674" cy="370800"/>
              <a:chOff x="5558478" y="6347280"/>
              <a:chExt cx="1240674" cy="37080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BD54E9C-6DC6-47B0-B4DD-6D30FCDD99E7}"/>
                  </a:ext>
                </a:extLst>
              </p:cNvPr>
              <p:cNvSpPr/>
              <p:nvPr/>
            </p:nvSpPr>
            <p:spPr>
              <a:xfrm>
                <a:off x="5558478" y="6347280"/>
                <a:ext cx="1240674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June</a:t>
                </a:r>
                <a:endParaRPr lang="el-G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6" name="Graphic 45" descr="Play">
                <a:extLst>
                  <a:ext uri="{FF2B5EF4-FFF2-40B4-BE49-F238E27FC236}">
                    <a16:creationId xmlns:a16="http://schemas.microsoft.com/office/drawing/2014/main" id="{C020DA55-3075-4D07-8592-5C435809D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6463790" y="6460680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C1447FB-D1A5-496C-851F-FD68F312D5BE}"/>
                </a:ext>
              </a:extLst>
            </p:cNvPr>
            <p:cNvGrpSpPr/>
            <p:nvPr/>
          </p:nvGrpSpPr>
          <p:grpSpPr>
            <a:xfrm>
              <a:off x="6898389" y="6333167"/>
              <a:ext cx="610892" cy="370800"/>
              <a:chOff x="7016295" y="6316763"/>
              <a:chExt cx="610892" cy="37080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E6FB640-8949-4AF2-9003-08C4243A5B4F}"/>
                  </a:ext>
                </a:extLst>
              </p:cNvPr>
              <p:cNvSpPr/>
              <p:nvPr/>
            </p:nvSpPr>
            <p:spPr>
              <a:xfrm>
                <a:off x="7016295" y="6316763"/>
                <a:ext cx="61089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pic>
            <p:nvPicPr>
              <p:cNvPr id="48" name="Graphic 47" descr="Play">
                <a:extLst>
                  <a:ext uri="{FF2B5EF4-FFF2-40B4-BE49-F238E27FC236}">
                    <a16:creationId xmlns:a16="http://schemas.microsoft.com/office/drawing/2014/main" id="{7D051FC1-B418-4EFC-B980-A94DD099D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7370611" y="6430163"/>
                <a:ext cx="125100" cy="144000"/>
              </a:xfrm>
              <a:prstGeom prst="rect">
                <a:avLst/>
              </a:prstGeom>
            </p:spPr>
          </p:pic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35C4A58-7E5A-4E73-9E63-9821064B70C7}"/>
                </a:ext>
              </a:extLst>
            </p:cNvPr>
            <p:cNvSpPr txBox="1"/>
            <p:nvPr/>
          </p:nvSpPr>
          <p:spPr>
            <a:xfrm>
              <a:off x="7559609" y="6362908"/>
              <a:ext cx="610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to</a:t>
              </a:r>
              <a:endParaRPr lang="el-GR" sz="1400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EB7571E-C701-4350-AE52-89FD72894E49}"/>
                </a:ext>
              </a:extLst>
            </p:cNvPr>
            <p:cNvGrpSpPr/>
            <p:nvPr/>
          </p:nvGrpSpPr>
          <p:grpSpPr>
            <a:xfrm>
              <a:off x="8037488" y="6333167"/>
              <a:ext cx="906062" cy="370800"/>
              <a:chOff x="4553179" y="6347279"/>
              <a:chExt cx="906062" cy="370800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7130DDE8-BC2D-4C80-B293-841CB4730423}"/>
                  </a:ext>
                </a:extLst>
              </p:cNvPr>
              <p:cNvSpPr/>
              <p:nvPr/>
            </p:nvSpPr>
            <p:spPr>
              <a:xfrm>
                <a:off x="4553179" y="6347279"/>
                <a:ext cx="90606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2018</a:t>
                </a:r>
              </a:p>
            </p:txBody>
          </p:sp>
          <p:pic>
            <p:nvPicPr>
              <p:cNvPr id="57" name="Graphic 56" descr="Play">
                <a:extLst>
                  <a:ext uri="{FF2B5EF4-FFF2-40B4-BE49-F238E27FC236}">
                    <a16:creationId xmlns:a16="http://schemas.microsoft.com/office/drawing/2014/main" id="{C4B477C0-D9E0-4031-BE31-07C9E0FAF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193413" y="6460679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08620AB-E1E7-46D9-8C10-7DDCA0E63858}"/>
                </a:ext>
              </a:extLst>
            </p:cNvPr>
            <p:cNvGrpSpPr/>
            <p:nvPr/>
          </p:nvGrpSpPr>
          <p:grpSpPr>
            <a:xfrm>
              <a:off x="9042788" y="6333167"/>
              <a:ext cx="1429874" cy="370800"/>
              <a:chOff x="5558478" y="6347280"/>
              <a:chExt cx="1240674" cy="370800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091E8BCF-FDD2-44D7-B507-96F7935D1E2F}"/>
                  </a:ext>
                </a:extLst>
              </p:cNvPr>
              <p:cNvSpPr/>
              <p:nvPr/>
            </p:nvSpPr>
            <p:spPr>
              <a:xfrm>
                <a:off x="5558478" y="6347280"/>
                <a:ext cx="1240674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December</a:t>
                </a:r>
                <a:endParaRPr lang="el-G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0" name="Graphic 59" descr="Play">
                <a:extLst>
                  <a:ext uri="{FF2B5EF4-FFF2-40B4-BE49-F238E27FC236}">
                    <a16:creationId xmlns:a16="http://schemas.microsoft.com/office/drawing/2014/main" id="{F15F1B97-5C13-4DCB-86F9-51FB0E8979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6580105" y="6475938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EF8FBAF-07FF-47E1-A242-31C1DE60CE76}"/>
                </a:ext>
              </a:extLst>
            </p:cNvPr>
            <p:cNvGrpSpPr/>
            <p:nvPr/>
          </p:nvGrpSpPr>
          <p:grpSpPr>
            <a:xfrm>
              <a:off x="10571900" y="6333167"/>
              <a:ext cx="610892" cy="370800"/>
              <a:chOff x="7016295" y="6316763"/>
              <a:chExt cx="610892" cy="370800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594230BD-0998-470A-916C-56C511DF11C2}"/>
                  </a:ext>
                </a:extLst>
              </p:cNvPr>
              <p:cNvSpPr/>
              <p:nvPr/>
            </p:nvSpPr>
            <p:spPr>
              <a:xfrm>
                <a:off x="7016295" y="6316763"/>
                <a:ext cx="61089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</a:p>
            </p:txBody>
          </p:sp>
          <p:pic>
            <p:nvPicPr>
              <p:cNvPr id="63" name="Graphic 62" descr="Play">
                <a:extLst>
                  <a:ext uri="{FF2B5EF4-FFF2-40B4-BE49-F238E27FC236}">
                    <a16:creationId xmlns:a16="http://schemas.microsoft.com/office/drawing/2014/main" id="{9BA29052-F48F-4255-A01F-8D0169EAA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7370611" y="6430163"/>
                <a:ext cx="125100" cy="144000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C2AD817-6BA8-35C1-502B-1F25D4A83DF5}"/>
              </a:ext>
            </a:extLst>
          </p:cNvPr>
          <p:cNvSpPr txBox="1"/>
          <p:nvPr/>
        </p:nvSpPr>
        <p:spPr>
          <a:xfrm>
            <a:off x="4356629" y="6394925"/>
            <a:ext cx="610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</a:t>
            </a:r>
            <a:endParaRPr lang="el-GR" sz="1400" dirty="0"/>
          </a:p>
        </p:txBody>
      </p:sp>
      <p:grpSp>
        <p:nvGrpSpPr>
          <p:cNvPr id="2" name="Ομάδα 1">
            <a:extLst>
              <a:ext uri="{FF2B5EF4-FFF2-40B4-BE49-F238E27FC236}">
                <a16:creationId xmlns:a16="http://schemas.microsoft.com/office/drawing/2014/main" id="{A349BA45-708E-9E8C-3B86-C9AB89FDFE65}"/>
              </a:ext>
            </a:extLst>
          </p:cNvPr>
          <p:cNvGrpSpPr/>
          <p:nvPr/>
        </p:nvGrpSpPr>
        <p:grpSpPr>
          <a:xfrm>
            <a:off x="443265" y="2263366"/>
            <a:ext cx="3315171" cy="3431373"/>
            <a:chOff x="443265" y="2263366"/>
            <a:chExt cx="3315171" cy="343137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B7C457-5282-44CF-9E60-14C2C5DC2EBC}"/>
                </a:ext>
              </a:extLst>
            </p:cNvPr>
            <p:cNvSpPr txBox="1"/>
            <p:nvPr/>
          </p:nvSpPr>
          <p:spPr>
            <a:xfrm>
              <a:off x="443265" y="2263366"/>
              <a:ext cx="1656784" cy="38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Overview</a:t>
              </a:r>
              <a:r>
                <a:rPr lang="el-GR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7B52CC-ED4A-413B-82CD-3D70E4078C7B}"/>
                </a:ext>
              </a:extLst>
            </p:cNvPr>
            <p:cNvSpPr txBox="1"/>
            <p:nvPr/>
          </p:nvSpPr>
          <p:spPr>
            <a:xfrm>
              <a:off x="443265" y="3582746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Places Lived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B2E8DD-658B-4C3B-A1EB-D15368965812}"/>
                </a:ext>
              </a:extLst>
            </p:cNvPr>
            <p:cNvSpPr txBox="1"/>
            <p:nvPr/>
          </p:nvSpPr>
          <p:spPr>
            <a:xfrm>
              <a:off x="443265" y="4454078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Family and Relationships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33074C-3212-4C47-9874-3225983D9618}"/>
                </a:ext>
              </a:extLst>
            </p:cNvPr>
            <p:cNvSpPr txBox="1"/>
            <p:nvPr/>
          </p:nvSpPr>
          <p:spPr>
            <a:xfrm>
              <a:off x="443266" y="4889744"/>
              <a:ext cx="2572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Details About Eugene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91CD9D-995C-442D-B427-B9676F12CFEB}"/>
                </a:ext>
              </a:extLst>
            </p:cNvPr>
            <p:cNvSpPr txBox="1"/>
            <p:nvPr/>
          </p:nvSpPr>
          <p:spPr>
            <a:xfrm>
              <a:off x="443265" y="5325407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Life Events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86F170-E84F-4D19-859D-7ADC9519402B}"/>
                </a:ext>
              </a:extLst>
            </p:cNvPr>
            <p:cNvSpPr txBox="1"/>
            <p:nvPr/>
          </p:nvSpPr>
          <p:spPr>
            <a:xfrm>
              <a:off x="443265" y="4018412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Contact and Basic Info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84C5233-CAB5-473D-A292-337ACC764654}"/>
                </a:ext>
              </a:extLst>
            </p:cNvPr>
            <p:cNvSpPr/>
            <p:nvPr/>
          </p:nvSpPr>
          <p:spPr>
            <a:xfrm>
              <a:off x="443265" y="2709946"/>
              <a:ext cx="3315171" cy="370800"/>
            </a:xfrm>
            <a:prstGeom prst="roundRect">
              <a:avLst>
                <a:gd name="adj" fmla="val 264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70C0"/>
                  </a:solidFill>
                </a:rPr>
                <a:t>Work and Education</a:t>
              </a:r>
              <a:endParaRPr lang="el-GR" dirty="0">
                <a:solidFill>
                  <a:srgbClr val="0070C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3E5AD4-B4CC-2A09-4D79-86A3FE98705D}"/>
                </a:ext>
              </a:extLst>
            </p:cNvPr>
            <p:cNvSpPr txBox="1"/>
            <p:nvPr/>
          </p:nvSpPr>
          <p:spPr>
            <a:xfrm>
              <a:off x="443265" y="3147080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Certifications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31" name="Ομάδα 30">
            <a:extLst>
              <a:ext uri="{FF2B5EF4-FFF2-40B4-BE49-F238E27FC236}">
                <a16:creationId xmlns:a16="http://schemas.microsoft.com/office/drawing/2014/main" id="{BF020168-994E-DD8D-D0D8-F88A5D69EE8F}"/>
              </a:ext>
            </a:extLst>
          </p:cNvPr>
          <p:cNvGrpSpPr/>
          <p:nvPr/>
        </p:nvGrpSpPr>
        <p:grpSpPr>
          <a:xfrm>
            <a:off x="455597" y="1102036"/>
            <a:ext cx="11350552" cy="461665"/>
            <a:chOff x="455597" y="1102036"/>
            <a:chExt cx="11350552" cy="4616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AE235A-ABB6-9820-3682-4CEF8D9E3CC7}"/>
                </a:ext>
              </a:extLst>
            </p:cNvPr>
            <p:cNvSpPr txBox="1"/>
            <p:nvPr/>
          </p:nvSpPr>
          <p:spPr>
            <a:xfrm>
              <a:off x="2488896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About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BD94EE-74D4-6282-2DD5-ACA87A9BE523}"/>
                </a:ext>
              </a:extLst>
            </p:cNvPr>
            <p:cNvSpPr txBox="1"/>
            <p:nvPr/>
          </p:nvSpPr>
          <p:spPr>
            <a:xfrm>
              <a:off x="455597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Posts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EDD933-323F-8FF7-2358-00EEB39DA558}"/>
                </a:ext>
              </a:extLst>
            </p:cNvPr>
            <p:cNvSpPr txBox="1"/>
            <p:nvPr/>
          </p:nvSpPr>
          <p:spPr>
            <a:xfrm>
              <a:off x="4522195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Friends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D9AE41-12EF-3BC9-7235-AD663B1D42F5}"/>
                </a:ext>
              </a:extLst>
            </p:cNvPr>
            <p:cNvSpPr txBox="1"/>
            <p:nvPr/>
          </p:nvSpPr>
          <p:spPr>
            <a:xfrm>
              <a:off x="6555494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Photos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473D54-720F-2F52-4C93-A9F70512CD92}"/>
                </a:ext>
              </a:extLst>
            </p:cNvPr>
            <p:cNvSpPr txBox="1"/>
            <p:nvPr/>
          </p:nvSpPr>
          <p:spPr>
            <a:xfrm>
              <a:off x="8588793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Videos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BFF823-5256-C34B-EB83-57128FD711F8}"/>
                </a:ext>
              </a:extLst>
            </p:cNvPr>
            <p:cNvSpPr txBox="1"/>
            <p:nvPr/>
          </p:nvSpPr>
          <p:spPr>
            <a:xfrm>
              <a:off x="10622092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Sports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29">
              <a:extLst>
                <a:ext uri="{FF2B5EF4-FFF2-40B4-BE49-F238E27FC236}">
                  <a16:creationId xmlns:a16="http://schemas.microsoft.com/office/drawing/2014/main" id="{A8FB4A5B-1D02-5B5B-61F9-C2B49DCE0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9150" y="1534439"/>
              <a:ext cx="11051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642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B91DD4-9664-4B51-8E40-A659C33146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205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  </a:t>
            </a:r>
            <a:br>
              <a:rPr lang="en-US"/>
            </a:br>
            <a:r>
              <a:rPr lang="en-US"/>
              <a:t>  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CE142-602D-41EC-9E57-D70675CE445B}"/>
              </a:ext>
            </a:extLst>
          </p:cNvPr>
          <p:cNvSpPr txBox="1"/>
          <p:nvPr/>
        </p:nvSpPr>
        <p:spPr>
          <a:xfrm>
            <a:off x="4439216" y="1644062"/>
            <a:ext cx="1656784" cy="38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</a:t>
            </a:r>
            <a:endParaRPr lang="el-G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DBC762-820E-4C0B-8DAC-77C20D4A47E5}"/>
              </a:ext>
            </a:extLst>
          </p:cNvPr>
          <p:cNvSpPr/>
          <p:nvPr/>
        </p:nvSpPr>
        <p:spPr>
          <a:xfrm>
            <a:off x="4457889" y="2054049"/>
            <a:ext cx="7324250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Company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WIND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ΕΛΛΑΣ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Τηλεπικοινωνίες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198394-A1F5-4EF8-98E1-37604B7BC806}"/>
              </a:ext>
            </a:extLst>
          </p:cNvPr>
          <p:cNvSpPr/>
          <p:nvPr/>
        </p:nvSpPr>
        <p:spPr>
          <a:xfrm>
            <a:off x="4457889" y="2628550"/>
            <a:ext cx="7324243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Title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DWH Engineer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10E30B-D428-4693-87CB-F8F646D3DF63}"/>
              </a:ext>
            </a:extLst>
          </p:cNvPr>
          <p:cNvSpPr/>
          <p:nvPr/>
        </p:nvSpPr>
        <p:spPr>
          <a:xfrm>
            <a:off x="4457889" y="3203051"/>
            <a:ext cx="7324239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Location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Athens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106 Athens Avenue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D5EB7-C54E-49F9-91B1-647ABEC5D258}"/>
              </a:ext>
            </a:extLst>
          </p:cNvPr>
          <p:cNvSpPr/>
          <p:nvPr/>
        </p:nvSpPr>
        <p:spPr>
          <a:xfrm>
            <a:off x="4457889" y="3777552"/>
            <a:ext cx="7324233" cy="1847811"/>
          </a:xfrm>
          <a:prstGeom prst="roundRect">
            <a:avLst>
              <a:gd name="adj" fmla="val 7161"/>
            </a:avLst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Job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Big Data platform (Cloudera HDFS, Hive, Impala).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Power User of IBM Cognos Analytics 11.1, a web-based business intelligence suite for reporting, dashboarding and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Experience in complex SQL queries, Oracle RDBMS.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Training Experience with over 50 users on Cognos environment.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Impala-SQL coding for maintenance procedures. </a:t>
            </a:r>
          </a:p>
          <a:p>
            <a:r>
              <a:rPr lang="en-US" sz="1400" b="1" dirty="0"/>
              <a:t>Technologies/Tools: </a:t>
            </a:r>
            <a:r>
              <a:rPr lang="en-US" sz="1400" dirty="0"/>
              <a:t>SQL, TOAD, SQL Developer, IBM Cognos Analytics, IBM Framework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4F8A2-F0B8-455B-A995-31590EFB239C}"/>
              </a:ext>
            </a:extLst>
          </p:cNvPr>
          <p:cNvSpPr txBox="1"/>
          <p:nvPr/>
        </p:nvSpPr>
        <p:spPr>
          <a:xfrm>
            <a:off x="492724" y="1760657"/>
            <a:ext cx="209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About</a:t>
            </a:r>
            <a:endParaRPr lang="el-GR" sz="24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744260-C513-4261-B48B-14ACA3FF516A}"/>
              </a:ext>
            </a:extLst>
          </p:cNvPr>
          <p:cNvCxnSpPr>
            <a:cxnSpLocks/>
          </p:cNvCxnSpPr>
          <p:nvPr/>
        </p:nvCxnSpPr>
        <p:spPr>
          <a:xfrm>
            <a:off x="4100660" y="1760657"/>
            <a:ext cx="0" cy="50621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EC026CD-31B6-D3DE-EBC2-890813F6CEAD}"/>
              </a:ext>
            </a:extLst>
          </p:cNvPr>
          <p:cNvGrpSpPr/>
          <p:nvPr/>
        </p:nvGrpSpPr>
        <p:grpSpPr>
          <a:xfrm>
            <a:off x="4457705" y="5687382"/>
            <a:ext cx="3300616" cy="582097"/>
            <a:chOff x="4500405" y="5625363"/>
            <a:chExt cx="3300616" cy="58209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6E1C2E1-9BDC-46A6-8C0F-4CE11A042D49}"/>
                </a:ext>
              </a:extLst>
            </p:cNvPr>
            <p:cNvSpPr txBox="1"/>
            <p:nvPr/>
          </p:nvSpPr>
          <p:spPr>
            <a:xfrm>
              <a:off x="4500405" y="5625363"/>
              <a:ext cx="2499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Time Period</a:t>
              </a:r>
              <a:endParaRPr lang="el-GR" sz="140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3894488-59CB-4848-9B3F-F9A362BD1AFA}"/>
                </a:ext>
              </a:extLst>
            </p:cNvPr>
            <p:cNvSpPr/>
            <p:nvPr/>
          </p:nvSpPr>
          <p:spPr>
            <a:xfrm>
              <a:off x="4553178" y="5930260"/>
              <a:ext cx="282804" cy="2772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>
                <a:highlight>
                  <a:srgbClr val="FFFF00"/>
                </a:highlight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E548F1-BAAA-4890-AAAB-45F87A3B4D7C}"/>
                </a:ext>
              </a:extLst>
            </p:cNvPr>
            <p:cNvSpPr txBox="1"/>
            <p:nvPr/>
          </p:nvSpPr>
          <p:spPr>
            <a:xfrm>
              <a:off x="4849238" y="5930360"/>
              <a:ext cx="29517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 currently work here</a:t>
              </a:r>
              <a:endParaRPr lang="el-GR" sz="12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DBFBDDC-0742-4BCF-A1FC-5E69D444309A}"/>
              </a:ext>
            </a:extLst>
          </p:cNvPr>
          <p:cNvGrpSpPr/>
          <p:nvPr/>
        </p:nvGrpSpPr>
        <p:grpSpPr>
          <a:xfrm>
            <a:off x="5011707" y="6342828"/>
            <a:ext cx="7003311" cy="370800"/>
            <a:chOff x="4553179" y="6333167"/>
            <a:chExt cx="6629613" cy="3708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082607C-DCEA-47CF-8C57-653235C474EE}"/>
                </a:ext>
              </a:extLst>
            </p:cNvPr>
            <p:cNvGrpSpPr/>
            <p:nvPr/>
          </p:nvGrpSpPr>
          <p:grpSpPr>
            <a:xfrm>
              <a:off x="4553179" y="6333167"/>
              <a:ext cx="906062" cy="370800"/>
              <a:chOff x="4553179" y="6347279"/>
              <a:chExt cx="906062" cy="370800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84AE6EDC-CD93-4024-8939-64827D6FFF4A}"/>
                  </a:ext>
                </a:extLst>
              </p:cNvPr>
              <p:cNvSpPr/>
              <p:nvPr/>
            </p:nvSpPr>
            <p:spPr>
              <a:xfrm>
                <a:off x="4553179" y="6347279"/>
                <a:ext cx="90606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2019</a:t>
                </a:r>
              </a:p>
            </p:txBody>
          </p:sp>
          <p:pic>
            <p:nvPicPr>
              <p:cNvPr id="42" name="Graphic 41" descr="Play">
                <a:extLst>
                  <a:ext uri="{FF2B5EF4-FFF2-40B4-BE49-F238E27FC236}">
                    <a16:creationId xmlns:a16="http://schemas.microsoft.com/office/drawing/2014/main" id="{E49DEC3C-C6C2-4DFF-A945-FC282AC8E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193413" y="6460679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5EC8DA-0344-4A51-870D-D1A8198CCB33}"/>
                </a:ext>
              </a:extLst>
            </p:cNvPr>
            <p:cNvGrpSpPr/>
            <p:nvPr/>
          </p:nvGrpSpPr>
          <p:grpSpPr>
            <a:xfrm>
              <a:off x="5558478" y="6333167"/>
              <a:ext cx="1240674" cy="370800"/>
              <a:chOff x="5558478" y="6347280"/>
              <a:chExt cx="1240674" cy="37080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BD54E9C-6DC6-47B0-B4DD-6D30FCDD99E7}"/>
                  </a:ext>
                </a:extLst>
              </p:cNvPr>
              <p:cNvSpPr/>
              <p:nvPr/>
            </p:nvSpPr>
            <p:spPr>
              <a:xfrm>
                <a:off x="5558478" y="6347280"/>
                <a:ext cx="1240674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January</a:t>
                </a:r>
                <a:endParaRPr lang="el-G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6" name="Graphic 45" descr="Play">
                <a:extLst>
                  <a:ext uri="{FF2B5EF4-FFF2-40B4-BE49-F238E27FC236}">
                    <a16:creationId xmlns:a16="http://schemas.microsoft.com/office/drawing/2014/main" id="{C020DA55-3075-4D07-8592-5C435809D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6585301" y="6474138"/>
                <a:ext cx="148932" cy="171433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C1447FB-D1A5-496C-851F-FD68F312D5BE}"/>
                </a:ext>
              </a:extLst>
            </p:cNvPr>
            <p:cNvGrpSpPr/>
            <p:nvPr/>
          </p:nvGrpSpPr>
          <p:grpSpPr>
            <a:xfrm>
              <a:off x="6898389" y="6333167"/>
              <a:ext cx="610892" cy="370800"/>
              <a:chOff x="7016295" y="6316763"/>
              <a:chExt cx="610892" cy="37080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E6FB640-8949-4AF2-9003-08C4243A5B4F}"/>
                  </a:ext>
                </a:extLst>
              </p:cNvPr>
              <p:cNvSpPr/>
              <p:nvPr/>
            </p:nvSpPr>
            <p:spPr>
              <a:xfrm>
                <a:off x="7016295" y="6316763"/>
                <a:ext cx="61089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pic>
            <p:nvPicPr>
              <p:cNvPr id="48" name="Graphic 47" descr="Play">
                <a:extLst>
                  <a:ext uri="{FF2B5EF4-FFF2-40B4-BE49-F238E27FC236}">
                    <a16:creationId xmlns:a16="http://schemas.microsoft.com/office/drawing/2014/main" id="{7D051FC1-B418-4EFC-B980-A94DD099D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7370611" y="6430163"/>
                <a:ext cx="125100" cy="144000"/>
              </a:xfrm>
              <a:prstGeom prst="rect">
                <a:avLst/>
              </a:prstGeom>
            </p:spPr>
          </p:pic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35C4A58-7E5A-4E73-9E63-9821064B70C7}"/>
                </a:ext>
              </a:extLst>
            </p:cNvPr>
            <p:cNvSpPr txBox="1"/>
            <p:nvPr/>
          </p:nvSpPr>
          <p:spPr>
            <a:xfrm>
              <a:off x="7559609" y="6362908"/>
              <a:ext cx="610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to</a:t>
              </a:r>
              <a:endParaRPr lang="el-GR" sz="1400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EB7571E-C701-4350-AE52-89FD72894E49}"/>
                </a:ext>
              </a:extLst>
            </p:cNvPr>
            <p:cNvGrpSpPr/>
            <p:nvPr/>
          </p:nvGrpSpPr>
          <p:grpSpPr>
            <a:xfrm>
              <a:off x="8037488" y="6333167"/>
              <a:ext cx="906062" cy="370800"/>
              <a:chOff x="4553179" y="6347279"/>
              <a:chExt cx="906062" cy="370800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7130DDE8-BC2D-4C80-B293-841CB4730423}"/>
                  </a:ext>
                </a:extLst>
              </p:cNvPr>
              <p:cNvSpPr/>
              <p:nvPr/>
            </p:nvSpPr>
            <p:spPr>
              <a:xfrm>
                <a:off x="4553179" y="6347279"/>
                <a:ext cx="90606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2021</a:t>
                </a:r>
              </a:p>
            </p:txBody>
          </p:sp>
          <p:pic>
            <p:nvPicPr>
              <p:cNvPr id="57" name="Graphic 56" descr="Play">
                <a:extLst>
                  <a:ext uri="{FF2B5EF4-FFF2-40B4-BE49-F238E27FC236}">
                    <a16:creationId xmlns:a16="http://schemas.microsoft.com/office/drawing/2014/main" id="{C4B477C0-D9E0-4031-BE31-07C9E0FAF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193413" y="6460679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08620AB-E1E7-46D9-8C10-7DDCA0E63858}"/>
                </a:ext>
              </a:extLst>
            </p:cNvPr>
            <p:cNvGrpSpPr/>
            <p:nvPr/>
          </p:nvGrpSpPr>
          <p:grpSpPr>
            <a:xfrm>
              <a:off x="9042788" y="6333167"/>
              <a:ext cx="1429874" cy="370800"/>
              <a:chOff x="5558478" y="6347280"/>
              <a:chExt cx="1240674" cy="370800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091E8BCF-FDD2-44D7-B507-96F7935D1E2F}"/>
                  </a:ext>
                </a:extLst>
              </p:cNvPr>
              <p:cNvSpPr/>
              <p:nvPr/>
            </p:nvSpPr>
            <p:spPr>
              <a:xfrm>
                <a:off x="5558478" y="6347280"/>
                <a:ext cx="1240674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July</a:t>
                </a:r>
                <a:endParaRPr lang="el-G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0" name="Graphic 59" descr="Play">
                <a:extLst>
                  <a:ext uri="{FF2B5EF4-FFF2-40B4-BE49-F238E27FC236}">
                    <a16:creationId xmlns:a16="http://schemas.microsoft.com/office/drawing/2014/main" id="{F15F1B97-5C13-4DCB-86F9-51FB0E8979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6580105" y="6475938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EF8FBAF-07FF-47E1-A242-31C1DE60CE76}"/>
                </a:ext>
              </a:extLst>
            </p:cNvPr>
            <p:cNvGrpSpPr/>
            <p:nvPr/>
          </p:nvGrpSpPr>
          <p:grpSpPr>
            <a:xfrm>
              <a:off x="10571900" y="6333167"/>
              <a:ext cx="610892" cy="370800"/>
              <a:chOff x="7016295" y="6316763"/>
              <a:chExt cx="610892" cy="370800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594230BD-0998-470A-916C-56C511DF11C2}"/>
                  </a:ext>
                </a:extLst>
              </p:cNvPr>
              <p:cNvSpPr/>
              <p:nvPr/>
            </p:nvSpPr>
            <p:spPr>
              <a:xfrm>
                <a:off x="7016295" y="6316763"/>
                <a:ext cx="61089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</a:p>
            </p:txBody>
          </p:sp>
          <p:pic>
            <p:nvPicPr>
              <p:cNvPr id="63" name="Graphic 62" descr="Play">
                <a:extLst>
                  <a:ext uri="{FF2B5EF4-FFF2-40B4-BE49-F238E27FC236}">
                    <a16:creationId xmlns:a16="http://schemas.microsoft.com/office/drawing/2014/main" id="{9BA29052-F48F-4255-A01F-8D0169EAA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7370611" y="6430163"/>
                <a:ext cx="125100" cy="144000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C2AD817-6BA8-35C1-502B-1F25D4A83DF5}"/>
              </a:ext>
            </a:extLst>
          </p:cNvPr>
          <p:cNvSpPr txBox="1"/>
          <p:nvPr/>
        </p:nvSpPr>
        <p:spPr>
          <a:xfrm>
            <a:off x="4439216" y="6384688"/>
            <a:ext cx="610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</a:t>
            </a:r>
            <a:endParaRPr lang="el-GR" sz="1400" dirty="0"/>
          </a:p>
        </p:txBody>
      </p:sp>
      <p:grpSp>
        <p:nvGrpSpPr>
          <p:cNvPr id="15" name="Ομάδα 14">
            <a:extLst>
              <a:ext uri="{FF2B5EF4-FFF2-40B4-BE49-F238E27FC236}">
                <a16:creationId xmlns:a16="http://schemas.microsoft.com/office/drawing/2014/main" id="{9BCF7293-F576-CC15-C509-A7C72275C531}"/>
              </a:ext>
            </a:extLst>
          </p:cNvPr>
          <p:cNvGrpSpPr/>
          <p:nvPr/>
        </p:nvGrpSpPr>
        <p:grpSpPr>
          <a:xfrm>
            <a:off x="443265" y="2263366"/>
            <a:ext cx="3315171" cy="3431373"/>
            <a:chOff x="443265" y="2263366"/>
            <a:chExt cx="3315171" cy="343137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9DEAA91-580C-8DCF-DE29-C2F2395F54D2}"/>
                </a:ext>
              </a:extLst>
            </p:cNvPr>
            <p:cNvSpPr txBox="1"/>
            <p:nvPr/>
          </p:nvSpPr>
          <p:spPr>
            <a:xfrm>
              <a:off x="443265" y="2263366"/>
              <a:ext cx="1656784" cy="38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Overview</a:t>
              </a:r>
              <a:r>
                <a:rPr lang="el-GR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CEE6F2-F425-3E01-AF26-02E6E5CE089C}"/>
                </a:ext>
              </a:extLst>
            </p:cNvPr>
            <p:cNvSpPr txBox="1"/>
            <p:nvPr/>
          </p:nvSpPr>
          <p:spPr>
            <a:xfrm>
              <a:off x="443265" y="3582746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Places Lived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F49FF4-B35A-E141-5D5B-4D102BA0B7B5}"/>
                </a:ext>
              </a:extLst>
            </p:cNvPr>
            <p:cNvSpPr txBox="1"/>
            <p:nvPr/>
          </p:nvSpPr>
          <p:spPr>
            <a:xfrm>
              <a:off x="443265" y="4454078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Family and Relationships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C52EA1-BE8D-961E-AEF5-F61A3FA9107E}"/>
                </a:ext>
              </a:extLst>
            </p:cNvPr>
            <p:cNvSpPr txBox="1"/>
            <p:nvPr/>
          </p:nvSpPr>
          <p:spPr>
            <a:xfrm>
              <a:off x="443266" y="4889744"/>
              <a:ext cx="2572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Details About Eugene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DCF631-7BC2-AF66-C2D6-DE193FD7D97F}"/>
                </a:ext>
              </a:extLst>
            </p:cNvPr>
            <p:cNvSpPr txBox="1"/>
            <p:nvPr/>
          </p:nvSpPr>
          <p:spPr>
            <a:xfrm>
              <a:off x="443265" y="5325407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Life Events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DFADF2-0894-16D7-9BE9-365EB26EF8D5}"/>
                </a:ext>
              </a:extLst>
            </p:cNvPr>
            <p:cNvSpPr txBox="1"/>
            <p:nvPr/>
          </p:nvSpPr>
          <p:spPr>
            <a:xfrm>
              <a:off x="443265" y="4018412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Contact and Basic Info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" name="Rectangle: Rounded Corners 31">
              <a:extLst>
                <a:ext uri="{FF2B5EF4-FFF2-40B4-BE49-F238E27FC236}">
                  <a16:creationId xmlns:a16="http://schemas.microsoft.com/office/drawing/2014/main" id="{06E17B67-EC98-C2B1-AFC6-173837AA3C5F}"/>
                </a:ext>
              </a:extLst>
            </p:cNvPr>
            <p:cNvSpPr/>
            <p:nvPr/>
          </p:nvSpPr>
          <p:spPr>
            <a:xfrm>
              <a:off x="443265" y="2709946"/>
              <a:ext cx="3315171" cy="370800"/>
            </a:xfrm>
            <a:prstGeom prst="roundRect">
              <a:avLst>
                <a:gd name="adj" fmla="val 264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70C0"/>
                  </a:solidFill>
                </a:rPr>
                <a:t>Work and Education</a:t>
              </a:r>
              <a:endParaRPr lang="el-GR" dirty="0">
                <a:solidFill>
                  <a:srgbClr val="0070C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64E306-2741-AD05-71DB-BB104F8E13C2}"/>
                </a:ext>
              </a:extLst>
            </p:cNvPr>
            <p:cNvSpPr txBox="1"/>
            <p:nvPr/>
          </p:nvSpPr>
          <p:spPr>
            <a:xfrm>
              <a:off x="443265" y="3147080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Certifications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" name="Ομάδα 3">
            <a:extLst>
              <a:ext uri="{FF2B5EF4-FFF2-40B4-BE49-F238E27FC236}">
                <a16:creationId xmlns:a16="http://schemas.microsoft.com/office/drawing/2014/main" id="{22B68A7F-755F-9040-A203-CDDC9E2848C8}"/>
              </a:ext>
            </a:extLst>
          </p:cNvPr>
          <p:cNvGrpSpPr/>
          <p:nvPr/>
        </p:nvGrpSpPr>
        <p:grpSpPr>
          <a:xfrm>
            <a:off x="455597" y="1102036"/>
            <a:ext cx="11350552" cy="461665"/>
            <a:chOff x="455597" y="1102036"/>
            <a:chExt cx="11350552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33E0B1-6D3E-65E7-47D3-79736D1F7F3E}"/>
                </a:ext>
              </a:extLst>
            </p:cNvPr>
            <p:cNvSpPr txBox="1"/>
            <p:nvPr/>
          </p:nvSpPr>
          <p:spPr>
            <a:xfrm>
              <a:off x="2488896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About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C17690-942A-B90C-2B11-293726E04786}"/>
                </a:ext>
              </a:extLst>
            </p:cNvPr>
            <p:cNvSpPr txBox="1"/>
            <p:nvPr/>
          </p:nvSpPr>
          <p:spPr>
            <a:xfrm>
              <a:off x="455597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Posts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FDBAD3-C45D-9F94-EE60-5AAE6F1D7194}"/>
                </a:ext>
              </a:extLst>
            </p:cNvPr>
            <p:cNvSpPr txBox="1"/>
            <p:nvPr/>
          </p:nvSpPr>
          <p:spPr>
            <a:xfrm>
              <a:off x="4522195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Friends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8806CC-87BC-BDBF-4C8E-A87A54F20F30}"/>
                </a:ext>
              </a:extLst>
            </p:cNvPr>
            <p:cNvSpPr txBox="1"/>
            <p:nvPr/>
          </p:nvSpPr>
          <p:spPr>
            <a:xfrm>
              <a:off x="6555494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Photos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856E61-D384-2651-DB08-79238D20483C}"/>
                </a:ext>
              </a:extLst>
            </p:cNvPr>
            <p:cNvSpPr txBox="1"/>
            <p:nvPr/>
          </p:nvSpPr>
          <p:spPr>
            <a:xfrm>
              <a:off x="8588793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Videos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2C0938-E4EE-AB0F-83A1-40DBF5B45168}"/>
                </a:ext>
              </a:extLst>
            </p:cNvPr>
            <p:cNvSpPr txBox="1"/>
            <p:nvPr/>
          </p:nvSpPr>
          <p:spPr>
            <a:xfrm>
              <a:off x="10622092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Sports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29">
              <a:extLst>
                <a:ext uri="{FF2B5EF4-FFF2-40B4-BE49-F238E27FC236}">
                  <a16:creationId xmlns:a16="http://schemas.microsoft.com/office/drawing/2014/main" id="{51473098-014D-0283-7881-298D50CE2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9150" y="1534439"/>
              <a:ext cx="11051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791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B91DD4-9664-4B51-8E40-A659C33146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205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  </a:t>
            </a:r>
            <a:br>
              <a:rPr lang="en-US"/>
            </a:br>
            <a:r>
              <a:rPr lang="en-US"/>
              <a:t>  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CE142-602D-41EC-9E57-D70675CE445B}"/>
              </a:ext>
            </a:extLst>
          </p:cNvPr>
          <p:cNvSpPr txBox="1"/>
          <p:nvPr/>
        </p:nvSpPr>
        <p:spPr>
          <a:xfrm>
            <a:off x="4439216" y="1755835"/>
            <a:ext cx="1656784" cy="38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</a:t>
            </a:r>
            <a:endParaRPr lang="el-G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DBC762-820E-4C0B-8DAC-77C20D4A47E5}"/>
              </a:ext>
            </a:extLst>
          </p:cNvPr>
          <p:cNvSpPr/>
          <p:nvPr/>
        </p:nvSpPr>
        <p:spPr>
          <a:xfrm>
            <a:off x="4410560" y="2162513"/>
            <a:ext cx="7484471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Company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PERFORMANCE Technologies S.A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198394-A1F5-4EF8-98E1-37604B7BC806}"/>
              </a:ext>
            </a:extLst>
          </p:cNvPr>
          <p:cNvSpPr/>
          <p:nvPr/>
        </p:nvSpPr>
        <p:spPr>
          <a:xfrm>
            <a:off x="4390411" y="2712902"/>
            <a:ext cx="7524770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Title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Software Engineer, Analytics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10E30B-D428-4693-87CB-F8F646D3DF63}"/>
              </a:ext>
            </a:extLst>
          </p:cNvPr>
          <p:cNvSpPr/>
          <p:nvPr/>
        </p:nvSpPr>
        <p:spPr>
          <a:xfrm>
            <a:off x="4390410" y="3263290"/>
            <a:ext cx="7524773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Location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Athens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Evrimedontos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4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D5EB7-C54E-49F9-91B1-647ABEC5D258}"/>
              </a:ext>
            </a:extLst>
          </p:cNvPr>
          <p:cNvSpPr/>
          <p:nvPr/>
        </p:nvSpPr>
        <p:spPr>
          <a:xfrm>
            <a:off x="4390411" y="3813679"/>
            <a:ext cx="7524779" cy="1864524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Job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Designing and implementing ETL services using Azure Platform Services based on customer needs and specification 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Creating Models and Data Workflows through Azure cloud technologies.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Creating reports, dashboards with corporate data through MS Power BI and Tableau.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Creating documentations and manuals for internal procedures.</a:t>
            </a:r>
          </a:p>
          <a:p>
            <a:r>
              <a:rPr lang="en-US" sz="1400" b="1" dirty="0"/>
              <a:t>Technologies/Tools</a:t>
            </a:r>
            <a:endParaRPr lang="en-US" sz="1400" dirty="0"/>
          </a:p>
          <a:p>
            <a:r>
              <a:rPr lang="en-US" sz="1400" dirty="0"/>
              <a:t>Power BI, Tableau, Azure Data Factory, Synapse, Azure Analysis Services, SSAS, Microsoft SQL Server</a:t>
            </a:r>
            <a:endParaRPr lang="el-GR" sz="14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744260-C513-4261-B48B-14ACA3FF516A}"/>
              </a:ext>
            </a:extLst>
          </p:cNvPr>
          <p:cNvCxnSpPr>
            <a:cxnSpLocks/>
          </p:cNvCxnSpPr>
          <p:nvPr/>
        </p:nvCxnSpPr>
        <p:spPr>
          <a:xfrm>
            <a:off x="4100660" y="1755835"/>
            <a:ext cx="0" cy="5066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6E1C2E1-9BDC-46A6-8C0F-4CE11A042D49}"/>
              </a:ext>
            </a:extLst>
          </p:cNvPr>
          <p:cNvSpPr txBox="1"/>
          <p:nvPr/>
        </p:nvSpPr>
        <p:spPr>
          <a:xfrm>
            <a:off x="4422589" y="5699532"/>
            <a:ext cx="2499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Time Period</a:t>
            </a:r>
            <a:endParaRPr lang="el-GR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3894488-59CB-4848-9B3F-F9A362BD1AFA}"/>
              </a:ext>
            </a:extLst>
          </p:cNvPr>
          <p:cNvSpPr/>
          <p:nvPr/>
        </p:nvSpPr>
        <p:spPr>
          <a:xfrm>
            <a:off x="4476197" y="6012455"/>
            <a:ext cx="282804" cy="277200"/>
          </a:xfrm>
          <a:prstGeom prst="roundRect">
            <a:avLst/>
          </a:prstGeom>
          <a:solidFill>
            <a:srgbClr val="0070C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E548F1-BAAA-4890-AAAB-45F87A3B4D7C}"/>
              </a:ext>
            </a:extLst>
          </p:cNvPr>
          <p:cNvSpPr txBox="1"/>
          <p:nvPr/>
        </p:nvSpPr>
        <p:spPr>
          <a:xfrm>
            <a:off x="4792403" y="6013069"/>
            <a:ext cx="2951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currently work here</a:t>
            </a:r>
            <a:endParaRPr lang="el-GR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81903C-8FDE-4BD6-AD60-9314D7A89B13}"/>
              </a:ext>
            </a:extLst>
          </p:cNvPr>
          <p:cNvGrpSpPr/>
          <p:nvPr/>
        </p:nvGrpSpPr>
        <p:grpSpPr>
          <a:xfrm>
            <a:off x="4422589" y="6379762"/>
            <a:ext cx="3675253" cy="370800"/>
            <a:chOff x="7507515" y="6347279"/>
            <a:chExt cx="3675253" cy="3708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C1447FB-D1A5-496C-851F-FD68F312D5BE}"/>
                </a:ext>
              </a:extLst>
            </p:cNvPr>
            <p:cNvGrpSpPr/>
            <p:nvPr/>
          </p:nvGrpSpPr>
          <p:grpSpPr>
            <a:xfrm>
              <a:off x="10571876" y="6347279"/>
              <a:ext cx="610892" cy="370800"/>
              <a:chOff x="10656381" y="6316763"/>
              <a:chExt cx="610892" cy="37080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E6FB640-8949-4AF2-9003-08C4243A5B4F}"/>
                  </a:ext>
                </a:extLst>
              </p:cNvPr>
              <p:cNvSpPr/>
              <p:nvPr/>
            </p:nvSpPr>
            <p:spPr>
              <a:xfrm>
                <a:off x="10656381" y="6316763"/>
                <a:ext cx="61089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pic>
            <p:nvPicPr>
              <p:cNvPr id="48" name="Graphic 47" descr="Play">
                <a:extLst>
                  <a:ext uri="{FF2B5EF4-FFF2-40B4-BE49-F238E27FC236}">
                    <a16:creationId xmlns:a16="http://schemas.microsoft.com/office/drawing/2014/main" id="{7D051FC1-B418-4EFC-B980-A94DD099D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11010697" y="6430163"/>
                <a:ext cx="125100" cy="144000"/>
              </a:xfrm>
              <a:prstGeom prst="rect">
                <a:avLst/>
              </a:prstGeom>
            </p:spPr>
          </p:pic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35C4A58-7E5A-4E73-9E63-9821064B70C7}"/>
                </a:ext>
              </a:extLst>
            </p:cNvPr>
            <p:cNvSpPr txBox="1"/>
            <p:nvPr/>
          </p:nvSpPr>
          <p:spPr>
            <a:xfrm>
              <a:off x="7507515" y="6378791"/>
              <a:ext cx="610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From</a:t>
              </a:r>
              <a:endParaRPr lang="el-GR" sz="1400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EB7571E-C701-4350-AE52-89FD72894E49}"/>
                </a:ext>
              </a:extLst>
            </p:cNvPr>
            <p:cNvGrpSpPr/>
            <p:nvPr/>
          </p:nvGrpSpPr>
          <p:grpSpPr>
            <a:xfrm>
              <a:off x="8070889" y="6347279"/>
              <a:ext cx="906062" cy="370800"/>
              <a:chOff x="4553179" y="6347279"/>
              <a:chExt cx="906062" cy="370800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7130DDE8-BC2D-4C80-B293-841CB4730423}"/>
                  </a:ext>
                </a:extLst>
              </p:cNvPr>
              <p:cNvSpPr/>
              <p:nvPr/>
            </p:nvSpPr>
            <p:spPr>
              <a:xfrm>
                <a:off x="4553179" y="6347279"/>
                <a:ext cx="90606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l-GR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2021</a:t>
                </a:r>
              </a:p>
            </p:txBody>
          </p:sp>
          <p:pic>
            <p:nvPicPr>
              <p:cNvPr id="57" name="Graphic 56" descr="Play">
                <a:extLst>
                  <a:ext uri="{FF2B5EF4-FFF2-40B4-BE49-F238E27FC236}">
                    <a16:creationId xmlns:a16="http://schemas.microsoft.com/office/drawing/2014/main" id="{C4B477C0-D9E0-4031-BE31-07C9E0FAF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193413" y="6460679"/>
                <a:ext cx="125100" cy="1440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08620AB-E1E7-46D9-8C10-7DDCA0E63858}"/>
                </a:ext>
              </a:extLst>
            </p:cNvPr>
            <p:cNvGrpSpPr/>
            <p:nvPr/>
          </p:nvGrpSpPr>
          <p:grpSpPr>
            <a:xfrm>
              <a:off x="9076189" y="6347279"/>
              <a:ext cx="1429874" cy="370800"/>
              <a:chOff x="5558468" y="6347280"/>
              <a:chExt cx="1240672" cy="370800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091E8BCF-FDD2-44D7-B507-96F7935D1E2F}"/>
                  </a:ext>
                </a:extLst>
              </p:cNvPr>
              <p:cNvSpPr/>
              <p:nvPr/>
            </p:nvSpPr>
            <p:spPr>
              <a:xfrm>
                <a:off x="5558468" y="6347280"/>
                <a:ext cx="1240672" cy="370800"/>
              </a:xfrm>
              <a:prstGeom prst="roundRect">
                <a:avLst>
                  <a:gd name="adj" fmla="val 26433"/>
                </a:avLst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August</a:t>
                </a:r>
                <a:endParaRPr lang="el-G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0" name="Graphic 59" descr="Play">
                <a:extLst>
                  <a:ext uri="{FF2B5EF4-FFF2-40B4-BE49-F238E27FC236}">
                    <a16:creationId xmlns:a16="http://schemas.microsoft.com/office/drawing/2014/main" id="{F15F1B97-5C13-4DCB-86F9-51FB0E8979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6580105" y="6475938"/>
                <a:ext cx="125100" cy="144000"/>
              </a:xfrm>
              <a:prstGeom prst="rect">
                <a:avLst/>
              </a:prstGeom>
            </p:spPr>
          </p:pic>
        </p:grpSp>
      </p:grpSp>
      <p:pic>
        <p:nvPicPr>
          <p:cNvPr id="44" name="Graphic 43" descr="Checkmark">
            <a:extLst>
              <a:ext uri="{FF2B5EF4-FFF2-40B4-BE49-F238E27FC236}">
                <a16:creationId xmlns:a16="http://schemas.microsoft.com/office/drawing/2014/main" id="{0DDFE956-9399-4950-BD84-6BBA1E42A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9599" y="6043054"/>
            <a:ext cx="216000" cy="216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7AF258F-F2BE-34C7-ACD7-E31A445BD036}"/>
              </a:ext>
            </a:extLst>
          </p:cNvPr>
          <p:cNvSpPr txBox="1"/>
          <p:nvPr/>
        </p:nvSpPr>
        <p:spPr>
          <a:xfrm>
            <a:off x="492724" y="1760657"/>
            <a:ext cx="209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About</a:t>
            </a:r>
            <a:endParaRPr lang="el-GR" sz="2400" b="1" dirty="0"/>
          </a:p>
        </p:txBody>
      </p:sp>
      <p:grpSp>
        <p:nvGrpSpPr>
          <p:cNvPr id="3" name="Ομάδα 2">
            <a:extLst>
              <a:ext uri="{FF2B5EF4-FFF2-40B4-BE49-F238E27FC236}">
                <a16:creationId xmlns:a16="http://schemas.microsoft.com/office/drawing/2014/main" id="{3BB3726B-0749-7B28-07A9-40BF38726B84}"/>
              </a:ext>
            </a:extLst>
          </p:cNvPr>
          <p:cNvGrpSpPr/>
          <p:nvPr/>
        </p:nvGrpSpPr>
        <p:grpSpPr>
          <a:xfrm>
            <a:off x="443265" y="2263366"/>
            <a:ext cx="3315171" cy="3431373"/>
            <a:chOff x="443265" y="2263366"/>
            <a:chExt cx="3315171" cy="343137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E1DA76-8D2F-2B19-72E2-3C64CCB7FC16}"/>
                </a:ext>
              </a:extLst>
            </p:cNvPr>
            <p:cNvSpPr txBox="1"/>
            <p:nvPr/>
          </p:nvSpPr>
          <p:spPr>
            <a:xfrm>
              <a:off x="443265" y="2263366"/>
              <a:ext cx="1656784" cy="38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Overview</a:t>
              </a:r>
              <a:r>
                <a:rPr lang="el-GR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8D2607-F477-374F-BB70-BEF56DD0009C}"/>
                </a:ext>
              </a:extLst>
            </p:cNvPr>
            <p:cNvSpPr txBox="1"/>
            <p:nvPr/>
          </p:nvSpPr>
          <p:spPr>
            <a:xfrm>
              <a:off x="443265" y="3582746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Places Lived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73D324-78CA-D620-EA62-A56A123181E0}"/>
                </a:ext>
              </a:extLst>
            </p:cNvPr>
            <p:cNvSpPr txBox="1"/>
            <p:nvPr/>
          </p:nvSpPr>
          <p:spPr>
            <a:xfrm>
              <a:off x="443265" y="4454078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Family and Relationships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CA63B0-9B5E-B609-4095-CAF5B4E27FBB}"/>
                </a:ext>
              </a:extLst>
            </p:cNvPr>
            <p:cNvSpPr txBox="1"/>
            <p:nvPr/>
          </p:nvSpPr>
          <p:spPr>
            <a:xfrm>
              <a:off x="443266" y="4889744"/>
              <a:ext cx="2572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Details About Eugene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DE3C7BB-134D-4A23-7805-D36FFAF8CC25}"/>
                </a:ext>
              </a:extLst>
            </p:cNvPr>
            <p:cNvSpPr txBox="1"/>
            <p:nvPr/>
          </p:nvSpPr>
          <p:spPr>
            <a:xfrm>
              <a:off x="443265" y="5325407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Life Events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EB543-4860-A55F-A762-352221AC1DA7}"/>
                </a:ext>
              </a:extLst>
            </p:cNvPr>
            <p:cNvSpPr txBox="1"/>
            <p:nvPr/>
          </p:nvSpPr>
          <p:spPr>
            <a:xfrm>
              <a:off x="443265" y="4018412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Contact and Basic Info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Rectangle: Rounded Corners 31">
              <a:extLst>
                <a:ext uri="{FF2B5EF4-FFF2-40B4-BE49-F238E27FC236}">
                  <a16:creationId xmlns:a16="http://schemas.microsoft.com/office/drawing/2014/main" id="{C5E8F306-692C-721C-4671-1B138F1CC13B}"/>
                </a:ext>
              </a:extLst>
            </p:cNvPr>
            <p:cNvSpPr/>
            <p:nvPr/>
          </p:nvSpPr>
          <p:spPr>
            <a:xfrm>
              <a:off x="443265" y="2709946"/>
              <a:ext cx="3315171" cy="370800"/>
            </a:xfrm>
            <a:prstGeom prst="roundRect">
              <a:avLst>
                <a:gd name="adj" fmla="val 264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70C0"/>
                  </a:solidFill>
                </a:rPr>
                <a:t>Work and Education</a:t>
              </a:r>
              <a:endParaRPr lang="el-GR" dirty="0">
                <a:solidFill>
                  <a:srgbClr val="0070C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21EB14-0015-590A-6820-1CA14B9D05A0}"/>
                </a:ext>
              </a:extLst>
            </p:cNvPr>
            <p:cNvSpPr txBox="1"/>
            <p:nvPr/>
          </p:nvSpPr>
          <p:spPr>
            <a:xfrm>
              <a:off x="443265" y="3147080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Certifications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" name="Ομάδα 3">
            <a:extLst>
              <a:ext uri="{FF2B5EF4-FFF2-40B4-BE49-F238E27FC236}">
                <a16:creationId xmlns:a16="http://schemas.microsoft.com/office/drawing/2014/main" id="{82774957-CE31-847D-66EA-0C6C23AAD6A4}"/>
              </a:ext>
            </a:extLst>
          </p:cNvPr>
          <p:cNvGrpSpPr/>
          <p:nvPr/>
        </p:nvGrpSpPr>
        <p:grpSpPr>
          <a:xfrm>
            <a:off x="455597" y="1102036"/>
            <a:ext cx="11350552" cy="461665"/>
            <a:chOff x="455597" y="1102036"/>
            <a:chExt cx="11350552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7B1992-E07E-4221-0AAA-02CE19A88ED4}"/>
                </a:ext>
              </a:extLst>
            </p:cNvPr>
            <p:cNvSpPr txBox="1"/>
            <p:nvPr/>
          </p:nvSpPr>
          <p:spPr>
            <a:xfrm>
              <a:off x="2488896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About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18B6B8-76C8-1672-44E3-6600FDDFAC4B}"/>
                </a:ext>
              </a:extLst>
            </p:cNvPr>
            <p:cNvSpPr txBox="1"/>
            <p:nvPr/>
          </p:nvSpPr>
          <p:spPr>
            <a:xfrm>
              <a:off x="455597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Posts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D97509-1F7B-C052-265A-2008E1921C27}"/>
                </a:ext>
              </a:extLst>
            </p:cNvPr>
            <p:cNvSpPr txBox="1"/>
            <p:nvPr/>
          </p:nvSpPr>
          <p:spPr>
            <a:xfrm>
              <a:off x="4522195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Friends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789FB4-5F1C-12C3-88A0-437C3C0482C0}"/>
                </a:ext>
              </a:extLst>
            </p:cNvPr>
            <p:cNvSpPr txBox="1"/>
            <p:nvPr/>
          </p:nvSpPr>
          <p:spPr>
            <a:xfrm>
              <a:off x="6555494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Photos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C4C26B-CDDB-ED0E-7CC4-07C6B188FD9E}"/>
                </a:ext>
              </a:extLst>
            </p:cNvPr>
            <p:cNvSpPr txBox="1"/>
            <p:nvPr/>
          </p:nvSpPr>
          <p:spPr>
            <a:xfrm>
              <a:off x="8588793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Videos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047891-025D-CE24-8C36-5E3D80FEBE47}"/>
                </a:ext>
              </a:extLst>
            </p:cNvPr>
            <p:cNvSpPr txBox="1"/>
            <p:nvPr/>
          </p:nvSpPr>
          <p:spPr>
            <a:xfrm>
              <a:off x="10622092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Sports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29">
              <a:extLst>
                <a:ext uri="{FF2B5EF4-FFF2-40B4-BE49-F238E27FC236}">
                  <a16:creationId xmlns:a16="http://schemas.microsoft.com/office/drawing/2014/main" id="{DCC6D699-C37D-4425-F4F5-7F50A79470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9150" y="1534439"/>
              <a:ext cx="11051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314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B91DD4-9664-4B51-8E40-A659C33146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205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  </a:t>
            </a:r>
            <a:br>
              <a:rPr lang="en-US"/>
            </a:br>
            <a:r>
              <a:rPr lang="en-US"/>
              <a:t>  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CE142-602D-41EC-9E57-D70675CE445B}"/>
              </a:ext>
            </a:extLst>
          </p:cNvPr>
          <p:cNvSpPr txBox="1"/>
          <p:nvPr/>
        </p:nvSpPr>
        <p:spPr>
          <a:xfrm>
            <a:off x="4390410" y="1755835"/>
            <a:ext cx="16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Certifications</a:t>
            </a:r>
            <a:endParaRPr lang="el-G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DBC762-820E-4C0B-8DAC-77C20D4A47E5}"/>
              </a:ext>
            </a:extLst>
          </p:cNvPr>
          <p:cNvSpPr/>
          <p:nvPr/>
        </p:nvSpPr>
        <p:spPr>
          <a:xfrm>
            <a:off x="4349105" y="2183234"/>
            <a:ext cx="7484471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Microsoft </a:t>
            </a:r>
            <a:r>
              <a:rPr lang="en-US" dirty="0"/>
              <a:t>Power BI Data Analyst Associate</a:t>
            </a:r>
            <a:r>
              <a:rPr lang="el-GR" dirty="0"/>
              <a:t>, </a:t>
            </a:r>
            <a:r>
              <a:rPr lang="en-US" dirty="0"/>
              <a:t>JUL.2022 - JUL.2025 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198394-A1F5-4EF8-98E1-37604B7BC806}"/>
              </a:ext>
            </a:extLst>
          </p:cNvPr>
          <p:cNvSpPr/>
          <p:nvPr/>
        </p:nvSpPr>
        <p:spPr>
          <a:xfrm>
            <a:off x="4349105" y="3709020"/>
            <a:ext cx="7524770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Linked In</a:t>
            </a:r>
            <a:r>
              <a:rPr lang="en-US" dirty="0"/>
              <a:t>: Tableau for Data Scientists</a:t>
            </a:r>
            <a:r>
              <a:rPr lang="el-GR" dirty="0"/>
              <a:t>, </a:t>
            </a:r>
            <a:r>
              <a:rPr lang="en-US" dirty="0"/>
              <a:t>JAN.2023 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10E30B-D428-4693-87CB-F8F646D3DF63}"/>
              </a:ext>
            </a:extLst>
          </p:cNvPr>
          <p:cNvSpPr/>
          <p:nvPr/>
        </p:nvSpPr>
        <p:spPr>
          <a:xfrm>
            <a:off x="4349105" y="4471913"/>
            <a:ext cx="7524773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edX</a:t>
            </a:r>
            <a:r>
              <a:rPr lang="en-US" dirty="0"/>
              <a:t>: Analyzing and Visualizing Data with Power BI</a:t>
            </a:r>
            <a:r>
              <a:rPr lang="el-GR" dirty="0"/>
              <a:t>, </a:t>
            </a:r>
            <a:r>
              <a:rPr lang="en-US" dirty="0"/>
              <a:t>OCT.2021 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744260-C513-4261-B48B-14ACA3FF516A}"/>
              </a:ext>
            </a:extLst>
          </p:cNvPr>
          <p:cNvCxnSpPr>
            <a:cxnSpLocks/>
          </p:cNvCxnSpPr>
          <p:nvPr/>
        </p:nvCxnSpPr>
        <p:spPr>
          <a:xfrm>
            <a:off x="4100660" y="1755835"/>
            <a:ext cx="0" cy="5066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4" name="Graphic 43" descr="Checkmark">
            <a:extLst>
              <a:ext uri="{FF2B5EF4-FFF2-40B4-BE49-F238E27FC236}">
                <a16:creationId xmlns:a16="http://schemas.microsoft.com/office/drawing/2014/main" id="{0DDFE956-9399-4950-BD84-6BBA1E42A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9599" y="6043054"/>
            <a:ext cx="216000" cy="216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7AF258F-F2BE-34C7-ACD7-E31A445BD036}"/>
              </a:ext>
            </a:extLst>
          </p:cNvPr>
          <p:cNvSpPr txBox="1"/>
          <p:nvPr/>
        </p:nvSpPr>
        <p:spPr>
          <a:xfrm>
            <a:off x="492724" y="1760657"/>
            <a:ext cx="209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About</a:t>
            </a:r>
            <a:endParaRPr lang="el-GR" sz="2400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1325E3B-3566-BD6E-5E00-337C8B5D3D64}"/>
              </a:ext>
            </a:extLst>
          </p:cNvPr>
          <p:cNvGrpSpPr/>
          <p:nvPr/>
        </p:nvGrpSpPr>
        <p:grpSpPr>
          <a:xfrm>
            <a:off x="4470820" y="5508897"/>
            <a:ext cx="3152747" cy="474320"/>
            <a:chOff x="4488439" y="4747079"/>
            <a:chExt cx="3152747" cy="47432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48287B-99E8-B02B-B39E-79FEF15B3916}"/>
                </a:ext>
              </a:extLst>
            </p:cNvPr>
            <p:cNvSpPr txBox="1"/>
            <p:nvPr/>
          </p:nvSpPr>
          <p:spPr>
            <a:xfrm>
              <a:off x="5060916" y="4799573"/>
              <a:ext cx="2580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Add</a:t>
              </a:r>
              <a:r>
                <a:rPr lang="el-GR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dirty="0">
                  <a:solidFill>
                    <a:srgbClr val="0070C0"/>
                  </a:solidFill>
                </a:rPr>
                <a:t>certification</a:t>
              </a:r>
              <a:endParaRPr lang="el-GR" dirty="0">
                <a:solidFill>
                  <a:srgbClr val="0070C0"/>
                </a:solidFill>
              </a:endParaRPr>
            </a:p>
          </p:txBody>
        </p:sp>
        <p:pic>
          <p:nvPicPr>
            <p:cNvPr id="26" name="Graphic 25" descr="Badge Cross outline">
              <a:extLst>
                <a:ext uri="{FF2B5EF4-FFF2-40B4-BE49-F238E27FC236}">
                  <a16:creationId xmlns:a16="http://schemas.microsoft.com/office/drawing/2014/main" id="{7B1EC971-3117-8BC1-C25F-8833FE696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625592">
              <a:off x="4488439" y="4747079"/>
              <a:ext cx="474320" cy="474320"/>
            </a:xfrm>
            <a:prstGeom prst="rect">
              <a:avLst/>
            </a:prstGeom>
          </p:spPr>
        </p:pic>
      </p:grpSp>
      <p:sp>
        <p:nvSpPr>
          <p:cNvPr id="2" name="Rectangle: Rounded Corners 12">
            <a:extLst>
              <a:ext uri="{FF2B5EF4-FFF2-40B4-BE49-F238E27FC236}">
                <a16:creationId xmlns:a16="http://schemas.microsoft.com/office/drawing/2014/main" id="{2FBB172E-CC78-CC40-9DB3-6607DA7B553B}"/>
              </a:ext>
            </a:extLst>
          </p:cNvPr>
          <p:cNvSpPr/>
          <p:nvPr/>
        </p:nvSpPr>
        <p:spPr>
          <a:xfrm>
            <a:off x="4349105" y="2946127"/>
            <a:ext cx="7484471" cy="4743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Microsoft </a:t>
            </a:r>
            <a:r>
              <a:rPr lang="en-US" dirty="0"/>
              <a:t>Azure Data Fundamentals</a:t>
            </a:r>
            <a:r>
              <a:rPr lang="el-GR" dirty="0"/>
              <a:t>, </a:t>
            </a:r>
            <a:r>
              <a:rPr lang="en-US" dirty="0"/>
              <a:t>JUL.2024</a:t>
            </a:r>
            <a:endParaRPr lang="el-G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" name="Ομάδα 3">
            <a:extLst>
              <a:ext uri="{FF2B5EF4-FFF2-40B4-BE49-F238E27FC236}">
                <a16:creationId xmlns:a16="http://schemas.microsoft.com/office/drawing/2014/main" id="{57F0E408-B0A7-944E-5536-219B115030C8}"/>
              </a:ext>
            </a:extLst>
          </p:cNvPr>
          <p:cNvGrpSpPr/>
          <p:nvPr/>
        </p:nvGrpSpPr>
        <p:grpSpPr>
          <a:xfrm>
            <a:off x="443265" y="2263366"/>
            <a:ext cx="3315171" cy="3431373"/>
            <a:chOff x="443265" y="2263366"/>
            <a:chExt cx="3315171" cy="34313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E3DA585-E046-4660-8878-AAD5272AE599}"/>
                </a:ext>
              </a:extLst>
            </p:cNvPr>
            <p:cNvSpPr txBox="1"/>
            <p:nvPr/>
          </p:nvSpPr>
          <p:spPr>
            <a:xfrm>
              <a:off x="443265" y="2263366"/>
              <a:ext cx="1656784" cy="38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Overview</a:t>
              </a:r>
              <a:r>
                <a:rPr lang="el-GR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547893-9BD3-2C12-3C78-0268423A77C0}"/>
                </a:ext>
              </a:extLst>
            </p:cNvPr>
            <p:cNvSpPr txBox="1"/>
            <p:nvPr/>
          </p:nvSpPr>
          <p:spPr>
            <a:xfrm>
              <a:off x="443265" y="3582746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Places Lived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292698-83DC-5BEB-9737-07277BFFC24E}"/>
                </a:ext>
              </a:extLst>
            </p:cNvPr>
            <p:cNvSpPr txBox="1"/>
            <p:nvPr/>
          </p:nvSpPr>
          <p:spPr>
            <a:xfrm>
              <a:off x="443265" y="4454078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Family and Relationships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A52ACC-89E2-1719-02E3-B0AE636ABEBC}"/>
                </a:ext>
              </a:extLst>
            </p:cNvPr>
            <p:cNvSpPr txBox="1"/>
            <p:nvPr/>
          </p:nvSpPr>
          <p:spPr>
            <a:xfrm>
              <a:off x="443266" y="4889744"/>
              <a:ext cx="2572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Details About Eugene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908544C-EEBC-7822-1CB6-F8F9AAAA0234}"/>
                </a:ext>
              </a:extLst>
            </p:cNvPr>
            <p:cNvSpPr txBox="1"/>
            <p:nvPr/>
          </p:nvSpPr>
          <p:spPr>
            <a:xfrm>
              <a:off x="443265" y="5325407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Life Events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11A03F-2307-A891-4F7C-02F378BF4D40}"/>
                </a:ext>
              </a:extLst>
            </p:cNvPr>
            <p:cNvSpPr txBox="1"/>
            <p:nvPr/>
          </p:nvSpPr>
          <p:spPr>
            <a:xfrm>
              <a:off x="443265" y="4018412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Contact and Basic Info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ectangle: Rounded Corners 31">
              <a:extLst>
                <a:ext uri="{FF2B5EF4-FFF2-40B4-BE49-F238E27FC236}">
                  <a16:creationId xmlns:a16="http://schemas.microsoft.com/office/drawing/2014/main" id="{2112D1A4-DCAE-CD0F-9579-086E6EC0D2EE}"/>
                </a:ext>
              </a:extLst>
            </p:cNvPr>
            <p:cNvSpPr/>
            <p:nvPr/>
          </p:nvSpPr>
          <p:spPr>
            <a:xfrm>
              <a:off x="443265" y="2709946"/>
              <a:ext cx="3315171" cy="370800"/>
            </a:xfrm>
            <a:prstGeom prst="roundRect">
              <a:avLst>
                <a:gd name="adj" fmla="val 26433"/>
              </a:avLst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Work and Education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E1D258F-FB43-70F6-226C-6D0BBF3CB1B8}"/>
                </a:ext>
              </a:extLst>
            </p:cNvPr>
            <p:cNvSpPr txBox="1"/>
            <p:nvPr/>
          </p:nvSpPr>
          <p:spPr>
            <a:xfrm>
              <a:off x="443265" y="3147080"/>
              <a:ext cx="257279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l-GR"/>
              </a:defPPr>
              <a:lvl1pPr>
                <a:defRPr>
                  <a:solidFill>
                    <a:srgbClr val="0070C0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dirty="0"/>
                <a:t>Certifications</a:t>
              </a:r>
              <a:endParaRPr lang="el-GR" dirty="0"/>
            </a:p>
          </p:txBody>
        </p:sp>
      </p:grpSp>
      <p:grpSp>
        <p:nvGrpSpPr>
          <p:cNvPr id="3" name="Ομάδα 2">
            <a:extLst>
              <a:ext uri="{FF2B5EF4-FFF2-40B4-BE49-F238E27FC236}">
                <a16:creationId xmlns:a16="http://schemas.microsoft.com/office/drawing/2014/main" id="{C7480452-C064-9933-2438-B2A321EF36CE}"/>
              </a:ext>
            </a:extLst>
          </p:cNvPr>
          <p:cNvGrpSpPr/>
          <p:nvPr/>
        </p:nvGrpSpPr>
        <p:grpSpPr>
          <a:xfrm>
            <a:off x="455597" y="1102036"/>
            <a:ext cx="11350552" cy="461665"/>
            <a:chOff x="455597" y="1102036"/>
            <a:chExt cx="11350552" cy="4616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42F497-0F38-8DD5-280F-26E470B74D73}"/>
                </a:ext>
              </a:extLst>
            </p:cNvPr>
            <p:cNvSpPr txBox="1"/>
            <p:nvPr/>
          </p:nvSpPr>
          <p:spPr>
            <a:xfrm>
              <a:off x="2488896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About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8A1854-3C67-E244-B2D0-3CC450A1FBEF}"/>
                </a:ext>
              </a:extLst>
            </p:cNvPr>
            <p:cNvSpPr txBox="1"/>
            <p:nvPr/>
          </p:nvSpPr>
          <p:spPr>
            <a:xfrm>
              <a:off x="455597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Posts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F469D8-9AD9-8E87-0937-38438996D4DF}"/>
                </a:ext>
              </a:extLst>
            </p:cNvPr>
            <p:cNvSpPr txBox="1"/>
            <p:nvPr/>
          </p:nvSpPr>
          <p:spPr>
            <a:xfrm>
              <a:off x="4522195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Friends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171659-4EA4-2EEB-C0B1-EE4E040EE8E4}"/>
                </a:ext>
              </a:extLst>
            </p:cNvPr>
            <p:cNvSpPr txBox="1"/>
            <p:nvPr/>
          </p:nvSpPr>
          <p:spPr>
            <a:xfrm>
              <a:off x="6555494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Photos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0BC509-C655-58A9-C366-2D3E6BE77F56}"/>
                </a:ext>
              </a:extLst>
            </p:cNvPr>
            <p:cNvSpPr txBox="1"/>
            <p:nvPr/>
          </p:nvSpPr>
          <p:spPr>
            <a:xfrm>
              <a:off x="8588793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Videos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6C4CB9-ED0C-0939-8497-ACAE027A3E1E}"/>
                </a:ext>
              </a:extLst>
            </p:cNvPr>
            <p:cNvSpPr txBox="1"/>
            <p:nvPr/>
          </p:nvSpPr>
          <p:spPr>
            <a:xfrm>
              <a:off x="10622092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Sports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Connector 29">
              <a:extLst>
                <a:ext uri="{FF2B5EF4-FFF2-40B4-BE49-F238E27FC236}">
                  <a16:creationId xmlns:a16="http://schemas.microsoft.com/office/drawing/2014/main" id="{45E4C60A-7B99-D064-5CCF-EDDC07F4B1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9150" y="1534439"/>
              <a:ext cx="11051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850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B91DD4-9664-4B51-8E40-A659C33146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205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  </a:t>
            </a:r>
            <a:br>
              <a:rPr lang="en-US"/>
            </a:br>
            <a:r>
              <a:rPr lang="en-US"/>
              <a:t>  </a:t>
            </a:r>
            <a:endParaRPr lang="el-G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3800EE-3C8A-42D8-BA3D-DD624F659A0A}"/>
              </a:ext>
            </a:extLst>
          </p:cNvPr>
          <p:cNvSpPr txBox="1"/>
          <p:nvPr/>
        </p:nvSpPr>
        <p:spPr>
          <a:xfrm>
            <a:off x="547718" y="1331068"/>
            <a:ext cx="11644278" cy="369332"/>
          </a:xfrm>
          <a:prstGeom prst="rect">
            <a:avLst/>
          </a:prstGeom>
          <a:solidFill>
            <a:schemeClr val="bg1"/>
          </a:solidFill>
          <a:effectLst>
            <a:softEdge rad="317500"/>
          </a:effectLst>
        </p:spPr>
        <p:txBody>
          <a:bodyPr wrap="square" rtlCol="0">
            <a:spAutoFit/>
          </a:bodyPr>
          <a:lstStyle/>
          <a:p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CE142-602D-41EC-9E57-D70675CE445B}"/>
              </a:ext>
            </a:extLst>
          </p:cNvPr>
          <p:cNvSpPr txBox="1"/>
          <p:nvPr/>
        </p:nvSpPr>
        <p:spPr>
          <a:xfrm>
            <a:off x="4499571" y="1756011"/>
            <a:ext cx="16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Eugene</a:t>
            </a:r>
            <a:endParaRPr lang="el-GR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D5EB7-C54E-49F9-91B1-647ABEC5D258}"/>
              </a:ext>
            </a:extLst>
          </p:cNvPr>
          <p:cNvSpPr/>
          <p:nvPr/>
        </p:nvSpPr>
        <p:spPr>
          <a:xfrm>
            <a:off x="4455520" y="2195822"/>
            <a:ext cx="6943239" cy="1980905"/>
          </a:xfrm>
          <a:prstGeom prst="roundRect">
            <a:avLst>
              <a:gd name="adj" fmla="val 8919"/>
            </a:avLst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About you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Team 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Responsible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Problem Solving</a:t>
            </a:r>
            <a:endParaRPr lang="el-GR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Interesting</a:t>
            </a:r>
            <a:endParaRPr lang="el-GR" dirty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Reading Books, Martial Arts</a:t>
            </a:r>
            <a:r>
              <a:rPr lang="el-GR" sz="1600" dirty="0"/>
              <a:t>, </a:t>
            </a:r>
            <a:r>
              <a:rPr lang="en-US" sz="1600" dirty="0"/>
              <a:t>Technology </a:t>
            </a:r>
            <a:endParaRPr lang="el-GR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744260-C513-4261-B48B-14ACA3FF516A}"/>
              </a:ext>
            </a:extLst>
          </p:cNvPr>
          <p:cNvCxnSpPr>
            <a:cxnSpLocks/>
          </p:cNvCxnSpPr>
          <p:nvPr/>
        </p:nvCxnSpPr>
        <p:spPr>
          <a:xfrm>
            <a:off x="4100660" y="2038055"/>
            <a:ext cx="0" cy="47847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BEA287-7D31-453A-B088-C1BD23779118}"/>
              </a:ext>
            </a:extLst>
          </p:cNvPr>
          <p:cNvCxnSpPr>
            <a:cxnSpLocks/>
          </p:cNvCxnSpPr>
          <p:nvPr/>
        </p:nvCxnSpPr>
        <p:spPr>
          <a:xfrm flipH="1">
            <a:off x="4566655" y="4276384"/>
            <a:ext cx="683210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91E8BCF-FDD2-44D7-B507-96F7935D1E2F}"/>
              </a:ext>
            </a:extLst>
          </p:cNvPr>
          <p:cNvSpPr/>
          <p:nvPr/>
        </p:nvSpPr>
        <p:spPr>
          <a:xfrm>
            <a:off x="10526478" y="4407289"/>
            <a:ext cx="918255" cy="370800"/>
          </a:xfrm>
          <a:prstGeom prst="roundRect">
            <a:avLst>
              <a:gd name="adj" fmla="val 26433"/>
            </a:avLst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Save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D52AA5F-28F8-4BD9-9437-2B4549EC7218}"/>
              </a:ext>
            </a:extLst>
          </p:cNvPr>
          <p:cNvSpPr/>
          <p:nvPr/>
        </p:nvSpPr>
        <p:spPr>
          <a:xfrm>
            <a:off x="9294279" y="4407289"/>
            <a:ext cx="1067406" cy="370800"/>
          </a:xfrm>
          <a:prstGeom prst="roundRect">
            <a:avLst>
              <a:gd name="adj" fmla="val 26433"/>
            </a:avLst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endParaRPr lang="el-GR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75B7319-9CB9-4A93-B1CE-44E5DFEC4367}"/>
              </a:ext>
            </a:extLst>
          </p:cNvPr>
          <p:cNvGrpSpPr/>
          <p:nvPr/>
        </p:nvGrpSpPr>
        <p:grpSpPr>
          <a:xfrm>
            <a:off x="4553096" y="4436523"/>
            <a:ext cx="1214639" cy="370800"/>
            <a:chOff x="4606738" y="4001386"/>
            <a:chExt cx="1214639" cy="37080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BFD4EDF-D549-4C5A-A29D-1257C1DB9FAF}"/>
                </a:ext>
              </a:extLst>
            </p:cNvPr>
            <p:cNvSpPr/>
            <p:nvPr/>
          </p:nvSpPr>
          <p:spPr>
            <a:xfrm>
              <a:off x="4606738" y="4001386"/>
              <a:ext cx="1214639" cy="370800"/>
            </a:xfrm>
            <a:prstGeom prst="roundRect">
              <a:avLst>
                <a:gd name="adj" fmla="val 26433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l-G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Public</a:t>
              </a:r>
              <a:endParaRPr lang="el-G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Graphic 9" descr="Earth globe Africa and Europe">
              <a:extLst>
                <a:ext uri="{FF2B5EF4-FFF2-40B4-BE49-F238E27FC236}">
                  <a16:creationId xmlns:a16="http://schemas.microsoft.com/office/drawing/2014/main" id="{7D6ECC8C-A4A5-4ABD-99D6-53F7232D7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81198" y="4068828"/>
              <a:ext cx="235917" cy="235917"/>
            </a:xfrm>
            <a:prstGeom prst="rect">
              <a:avLst/>
            </a:prstGeom>
          </p:spPr>
        </p:pic>
      </p:grpSp>
      <p:grpSp>
        <p:nvGrpSpPr>
          <p:cNvPr id="42" name="Ομάδα 41">
            <a:extLst>
              <a:ext uri="{FF2B5EF4-FFF2-40B4-BE49-F238E27FC236}">
                <a16:creationId xmlns:a16="http://schemas.microsoft.com/office/drawing/2014/main" id="{6C6E5B81-1E83-8D23-EE99-814A4A4D1855}"/>
              </a:ext>
            </a:extLst>
          </p:cNvPr>
          <p:cNvGrpSpPr/>
          <p:nvPr/>
        </p:nvGrpSpPr>
        <p:grpSpPr>
          <a:xfrm>
            <a:off x="4429930" y="4966979"/>
            <a:ext cx="3307575" cy="711966"/>
            <a:chOff x="4429930" y="4966979"/>
            <a:chExt cx="3307575" cy="71196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515ED51-465A-4ADD-AA2E-A509731FD501}"/>
                </a:ext>
              </a:extLst>
            </p:cNvPr>
            <p:cNvSpPr txBox="1"/>
            <p:nvPr/>
          </p:nvSpPr>
          <p:spPr>
            <a:xfrm>
              <a:off x="4429930" y="4966979"/>
              <a:ext cx="32379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 </a:t>
              </a:r>
              <a:r>
                <a:rPr lang="en-US" dirty="0"/>
                <a:t>Name Pronunciation</a:t>
              </a:r>
              <a:endParaRPr lang="el-GR" dirty="0"/>
            </a:p>
          </p:txBody>
        </p:sp>
        <p:grpSp>
          <p:nvGrpSpPr>
            <p:cNvPr id="40" name="Ομάδα 39">
              <a:extLst>
                <a:ext uri="{FF2B5EF4-FFF2-40B4-BE49-F238E27FC236}">
                  <a16:creationId xmlns:a16="http://schemas.microsoft.com/office/drawing/2014/main" id="{3459795B-ED4E-2EC9-EE87-EEF1EBDA82B0}"/>
                </a:ext>
              </a:extLst>
            </p:cNvPr>
            <p:cNvGrpSpPr/>
            <p:nvPr/>
          </p:nvGrpSpPr>
          <p:grpSpPr>
            <a:xfrm>
              <a:off x="4553096" y="5371168"/>
              <a:ext cx="3184409" cy="307777"/>
              <a:chOff x="4553096" y="5371168"/>
              <a:chExt cx="3184409" cy="307777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ED6B6B0-99D5-4EA7-BAD9-BA1DAE01F583}"/>
                  </a:ext>
                </a:extLst>
              </p:cNvPr>
              <p:cNvSpPr txBox="1"/>
              <p:nvPr/>
            </p:nvSpPr>
            <p:spPr>
              <a:xfrm>
                <a:off x="4775512" y="5371168"/>
                <a:ext cx="29619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How do you pronounce your name ?</a:t>
                </a:r>
                <a:endParaRPr lang="el-GR" sz="1400" dirty="0">
                  <a:solidFill>
                    <a:srgbClr val="0070C0"/>
                  </a:solidFill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B336CDA5-F035-4836-B3D2-70497F2024C2}"/>
                  </a:ext>
                </a:extLst>
              </p:cNvPr>
              <p:cNvGrpSpPr/>
              <p:nvPr/>
            </p:nvGrpSpPr>
            <p:grpSpPr>
              <a:xfrm>
                <a:off x="4553096" y="5403353"/>
                <a:ext cx="222416" cy="243407"/>
                <a:chOff x="8135781" y="5707805"/>
                <a:chExt cx="312224" cy="307778"/>
              </a:xfrm>
            </p:grpSpPr>
            <p:sp>
              <p:nvSpPr>
                <p:cNvPr id="41" name="Flowchart: Connector 40">
                  <a:extLst>
                    <a:ext uri="{FF2B5EF4-FFF2-40B4-BE49-F238E27FC236}">
                      <a16:creationId xmlns:a16="http://schemas.microsoft.com/office/drawing/2014/main" id="{EEB74CD6-1E8C-4962-B054-84BF247851C2}"/>
                    </a:ext>
                  </a:extLst>
                </p:cNvPr>
                <p:cNvSpPr/>
                <p:nvPr/>
              </p:nvSpPr>
              <p:spPr>
                <a:xfrm>
                  <a:off x="8135781" y="5707805"/>
                  <a:ext cx="312224" cy="307778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 dirty="0">
                    <a:solidFill>
                      <a:srgbClr val="0070C0"/>
                    </a:solidFill>
                  </a:endParaRPr>
                </a:p>
              </p:txBody>
            </p:sp>
            <p:pic>
              <p:nvPicPr>
                <p:cNvPr id="22" name="Graphic 21" descr="Add">
                  <a:extLst>
                    <a:ext uri="{FF2B5EF4-FFF2-40B4-BE49-F238E27FC236}">
                      <a16:creationId xmlns:a16="http://schemas.microsoft.com/office/drawing/2014/main" id="{0418BE03-042E-4EB6-87F3-5F7DC58F49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76869" y="5791742"/>
                  <a:ext cx="230049" cy="155733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Ομάδα 42">
            <a:extLst>
              <a:ext uri="{FF2B5EF4-FFF2-40B4-BE49-F238E27FC236}">
                <a16:creationId xmlns:a16="http://schemas.microsoft.com/office/drawing/2014/main" id="{4FCAC1CC-5822-0CCE-42C2-244E1F25ACFB}"/>
              </a:ext>
            </a:extLst>
          </p:cNvPr>
          <p:cNvGrpSpPr/>
          <p:nvPr/>
        </p:nvGrpSpPr>
        <p:grpSpPr>
          <a:xfrm>
            <a:off x="4499571" y="5809479"/>
            <a:ext cx="4577732" cy="678114"/>
            <a:chOff x="4499571" y="5809479"/>
            <a:chExt cx="4577732" cy="67811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BECBEDF-05C2-4484-9433-5CFDC2857FF8}"/>
                </a:ext>
              </a:extLst>
            </p:cNvPr>
            <p:cNvSpPr txBox="1"/>
            <p:nvPr/>
          </p:nvSpPr>
          <p:spPr>
            <a:xfrm>
              <a:off x="4499571" y="5809479"/>
              <a:ext cx="4478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Favorite Quotes</a:t>
              </a:r>
              <a:endParaRPr lang="el-GR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A7FA75F-AB27-43D7-8EC4-DAD226205DD6}"/>
                </a:ext>
              </a:extLst>
            </p:cNvPr>
            <p:cNvSpPr txBox="1"/>
            <p:nvPr/>
          </p:nvSpPr>
          <p:spPr>
            <a:xfrm>
              <a:off x="4761700" y="6179816"/>
              <a:ext cx="43156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Add your favorite quotations</a:t>
              </a:r>
              <a:endParaRPr lang="el-GR" sz="1400" dirty="0">
                <a:solidFill>
                  <a:srgbClr val="0070C0"/>
                </a:solidFill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772B5F4-A598-460D-9F8E-138285CD807C}"/>
                </a:ext>
              </a:extLst>
            </p:cNvPr>
            <p:cNvGrpSpPr/>
            <p:nvPr/>
          </p:nvGrpSpPr>
          <p:grpSpPr>
            <a:xfrm>
              <a:off x="4537386" y="6212002"/>
              <a:ext cx="222416" cy="243407"/>
              <a:chOff x="8135781" y="5707805"/>
              <a:chExt cx="312224" cy="307778"/>
            </a:xfrm>
          </p:grpSpPr>
          <p:sp>
            <p:nvSpPr>
              <p:cNvPr id="75" name="Flowchart: Connector 74">
                <a:extLst>
                  <a:ext uri="{FF2B5EF4-FFF2-40B4-BE49-F238E27FC236}">
                    <a16:creationId xmlns:a16="http://schemas.microsoft.com/office/drawing/2014/main" id="{096174DC-F398-4A56-ABAC-A613FD3A9F23}"/>
                  </a:ext>
                </a:extLst>
              </p:cNvPr>
              <p:cNvSpPr/>
              <p:nvPr/>
            </p:nvSpPr>
            <p:spPr>
              <a:xfrm>
                <a:off x="8135781" y="5707805"/>
                <a:ext cx="312224" cy="307778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 dirty="0">
                  <a:solidFill>
                    <a:srgbClr val="0070C0"/>
                  </a:solidFill>
                </a:endParaRPr>
              </a:p>
            </p:txBody>
          </p:sp>
          <p:pic>
            <p:nvPicPr>
              <p:cNvPr id="76" name="Graphic 75" descr="Add">
                <a:extLst>
                  <a:ext uri="{FF2B5EF4-FFF2-40B4-BE49-F238E27FC236}">
                    <a16:creationId xmlns:a16="http://schemas.microsoft.com/office/drawing/2014/main" id="{6617E05C-B4C4-4AB5-9B9D-DCFC0EF93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176869" y="5791742"/>
                <a:ext cx="230049" cy="155733"/>
              </a:xfrm>
              <a:prstGeom prst="rect">
                <a:avLst/>
              </a:prstGeom>
            </p:spPr>
          </p:pic>
        </p:grpSp>
      </p:grpSp>
      <p:cxnSp>
        <p:nvCxnSpPr>
          <p:cNvPr id="14" name="Straight Connector 29">
            <a:extLst>
              <a:ext uri="{FF2B5EF4-FFF2-40B4-BE49-F238E27FC236}">
                <a16:creationId xmlns:a16="http://schemas.microsoft.com/office/drawing/2014/main" id="{94158602-5994-E822-C92B-3FF1CC12FE9B}"/>
              </a:ext>
            </a:extLst>
          </p:cNvPr>
          <p:cNvCxnSpPr>
            <a:cxnSpLocks/>
          </p:cNvCxnSpPr>
          <p:nvPr/>
        </p:nvCxnSpPr>
        <p:spPr>
          <a:xfrm>
            <a:off x="4100660" y="1755835"/>
            <a:ext cx="0" cy="5066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5ECA8A-DA10-2557-B832-86B4D7B2BAB1}"/>
              </a:ext>
            </a:extLst>
          </p:cNvPr>
          <p:cNvSpPr txBox="1"/>
          <p:nvPr/>
        </p:nvSpPr>
        <p:spPr>
          <a:xfrm>
            <a:off x="492724" y="1760657"/>
            <a:ext cx="209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About</a:t>
            </a:r>
            <a:endParaRPr lang="el-GR" sz="2400" b="1" dirty="0"/>
          </a:p>
        </p:txBody>
      </p:sp>
      <p:grpSp>
        <p:nvGrpSpPr>
          <p:cNvPr id="18" name="Ομάδα 17">
            <a:extLst>
              <a:ext uri="{FF2B5EF4-FFF2-40B4-BE49-F238E27FC236}">
                <a16:creationId xmlns:a16="http://schemas.microsoft.com/office/drawing/2014/main" id="{FA9F348D-6822-6449-5641-237A018858D6}"/>
              </a:ext>
            </a:extLst>
          </p:cNvPr>
          <p:cNvGrpSpPr/>
          <p:nvPr/>
        </p:nvGrpSpPr>
        <p:grpSpPr>
          <a:xfrm>
            <a:off x="443265" y="2263366"/>
            <a:ext cx="3315171" cy="3431373"/>
            <a:chOff x="443265" y="2263366"/>
            <a:chExt cx="3315171" cy="343137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3229DE-7148-A013-D996-987176CF27AC}"/>
                </a:ext>
              </a:extLst>
            </p:cNvPr>
            <p:cNvSpPr txBox="1"/>
            <p:nvPr/>
          </p:nvSpPr>
          <p:spPr>
            <a:xfrm>
              <a:off x="443265" y="2263366"/>
              <a:ext cx="1656784" cy="38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Overview</a:t>
              </a:r>
              <a:r>
                <a:rPr lang="el-GR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B10413-20F9-BAC3-F865-DC1AD2D26789}"/>
                </a:ext>
              </a:extLst>
            </p:cNvPr>
            <p:cNvSpPr txBox="1"/>
            <p:nvPr/>
          </p:nvSpPr>
          <p:spPr>
            <a:xfrm>
              <a:off x="443265" y="3582746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Places Lived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955168-4F59-E400-7626-85053B01335B}"/>
                </a:ext>
              </a:extLst>
            </p:cNvPr>
            <p:cNvSpPr txBox="1"/>
            <p:nvPr/>
          </p:nvSpPr>
          <p:spPr>
            <a:xfrm>
              <a:off x="443265" y="4454078"/>
              <a:ext cx="257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Family and Relationships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8153C8F-73BB-9304-BD6D-6AB6A787E30B}"/>
                </a:ext>
              </a:extLst>
            </p:cNvPr>
            <p:cNvSpPr txBox="1"/>
            <p:nvPr/>
          </p:nvSpPr>
          <p:spPr>
            <a:xfrm>
              <a:off x="443266" y="4889744"/>
              <a:ext cx="257279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l-GR"/>
              </a:defPPr>
              <a:lvl1pPr>
                <a:defRPr>
                  <a:solidFill>
                    <a:srgbClr val="0070C0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dirty="0"/>
                <a:t>Details About Eugene</a:t>
              </a:r>
              <a:endParaRPr lang="el-GR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C68622-3165-0B7A-CC2A-8339CD54DE26}"/>
                </a:ext>
              </a:extLst>
            </p:cNvPr>
            <p:cNvSpPr txBox="1"/>
            <p:nvPr/>
          </p:nvSpPr>
          <p:spPr>
            <a:xfrm>
              <a:off x="443265" y="5325407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Life Events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CC342D-5FE8-6DF9-A971-354033693CFD}"/>
                </a:ext>
              </a:extLst>
            </p:cNvPr>
            <p:cNvSpPr txBox="1"/>
            <p:nvPr/>
          </p:nvSpPr>
          <p:spPr>
            <a:xfrm>
              <a:off x="443265" y="4018412"/>
              <a:ext cx="266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Contact and Basic Info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Rectangle: Rounded Corners 31">
              <a:extLst>
                <a:ext uri="{FF2B5EF4-FFF2-40B4-BE49-F238E27FC236}">
                  <a16:creationId xmlns:a16="http://schemas.microsoft.com/office/drawing/2014/main" id="{9A65BB71-E75F-5473-9F5B-691C8F8BF686}"/>
                </a:ext>
              </a:extLst>
            </p:cNvPr>
            <p:cNvSpPr/>
            <p:nvPr/>
          </p:nvSpPr>
          <p:spPr>
            <a:xfrm>
              <a:off x="443265" y="2709946"/>
              <a:ext cx="3315171" cy="370800"/>
            </a:xfrm>
            <a:prstGeom prst="roundRect">
              <a:avLst>
                <a:gd name="adj" fmla="val 26433"/>
              </a:avLst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Work and Education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35B252D-036B-3251-6B17-3B06EABD9BF6}"/>
                </a:ext>
              </a:extLst>
            </p:cNvPr>
            <p:cNvSpPr txBox="1"/>
            <p:nvPr/>
          </p:nvSpPr>
          <p:spPr>
            <a:xfrm>
              <a:off x="443265" y="3147080"/>
              <a:ext cx="2572795" cy="369332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l-GR"/>
              </a:defPPr>
              <a:lvl1pPr>
                <a:defRPr>
                  <a:solidFill>
                    <a:srgbClr val="0070C0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Certifications</a:t>
              </a:r>
              <a:endParaRPr lang="el-G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" name="Ομάδα 1">
            <a:extLst>
              <a:ext uri="{FF2B5EF4-FFF2-40B4-BE49-F238E27FC236}">
                <a16:creationId xmlns:a16="http://schemas.microsoft.com/office/drawing/2014/main" id="{A03692B0-A692-F18A-B4C9-D976C2348435}"/>
              </a:ext>
            </a:extLst>
          </p:cNvPr>
          <p:cNvGrpSpPr/>
          <p:nvPr/>
        </p:nvGrpSpPr>
        <p:grpSpPr>
          <a:xfrm>
            <a:off x="455597" y="1102036"/>
            <a:ext cx="11350552" cy="461665"/>
            <a:chOff x="455597" y="1102036"/>
            <a:chExt cx="11350552" cy="4616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C463538-4F09-793A-C316-B110B13F02F3}"/>
                </a:ext>
              </a:extLst>
            </p:cNvPr>
            <p:cNvSpPr txBox="1"/>
            <p:nvPr/>
          </p:nvSpPr>
          <p:spPr>
            <a:xfrm>
              <a:off x="2488896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About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F9221B-E5BA-50B4-F54B-7F52886C16B0}"/>
                </a:ext>
              </a:extLst>
            </p:cNvPr>
            <p:cNvSpPr txBox="1"/>
            <p:nvPr/>
          </p:nvSpPr>
          <p:spPr>
            <a:xfrm>
              <a:off x="455597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Posts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8E147E-3DE5-D0C5-6367-CF469504E796}"/>
                </a:ext>
              </a:extLst>
            </p:cNvPr>
            <p:cNvSpPr txBox="1"/>
            <p:nvPr/>
          </p:nvSpPr>
          <p:spPr>
            <a:xfrm>
              <a:off x="4522195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Friends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8C1DD47-31F8-EE89-04C8-DC5D19893CF5}"/>
                </a:ext>
              </a:extLst>
            </p:cNvPr>
            <p:cNvSpPr txBox="1"/>
            <p:nvPr/>
          </p:nvSpPr>
          <p:spPr>
            <a:xfrm>
              <a:off x="6555494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Photos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1B31EE-CC63-5299-0037-F47602131DE9}"/>
                </a:ext>
              </a:extLst>
            </p:cNvPr>
            <p:cNvSpPr txBox="1"/>
            <p:nvPr/>
          </p:nvSpPr>
          <p:spPr>
            <a:xfrm>
              <a:off x="8588793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Videos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F80D37-F068-5787-AC33-EA793E2F37E4}"/>
                </a:ext>
              </a:extLst>
            </p:cNvPr>
            <p:cNvSpPr txBox="1"/>
            <p:nvPr/>
          </p:nvSpPr>
          <p:spPr>
            <a:xfrm>
              <a:off x="10622092" y="1102036"/>
              <a:ext cx="1184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Sports</a:t>
              </a:r>
              <a:endParaRPr lang="el-GR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Straight Connector 29">
              <a:extLst>
                <a:ext uri="{FF2B5EF4-FFF2-40B4-BE49-F238E27FC236}">
                  <a16:creationId xmlns:a16="http://schemas.microsoft.com/office/drawing/2014/main" id="{384FEC1C-F3B9-32A7-2E92-88CE13801B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9150" y="1534439"/>
              <a:ext cx="11051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343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618</Words>
  <Application>Microsoft Office PowerPoint</Application>
  <PresentationFormat>Ευρεία οθόνη</PresentationFormat>
  <Paragraphs>184</Paragraphs>
  <Slides>7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Bookman Old Style</vt:lpstr>
      <vt:lpstr>Calibri</vt:lpstr>
      <vt:lpstr>Calibri Light</vt:lpstr>
      <vt:lpstr>Franklin Gothic Book</vt:lpstr>
      <vt:lpstr>Times New Roman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MAZARAKIS EVGENIOS</dc:creator>
  <cp:lastModifiedBy>Eugenios Mazarakis</cp:lastModifiedBy>
  <cp:revision>161</cp:revision>
  <dcterms:created xsi:type="dcterms:W3CDTF">2021-06-05T14:50:08Z</dcterms:created>
  <dcterms:modified xsi:type="dcterms:W3CDTF">2024-08-22T11:52:22Z</dcterms:modified>
</cp:coreProperties>
</file>